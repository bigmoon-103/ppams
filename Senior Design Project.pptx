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8"/>
  </p:notesMasterIdLst>
  <p:sldIdLst>
    <p:sldId id="256" r:id="rId2"/>
    <p:sldId id="257" r:id="rId3"/>
    <p:sldId id="259" r:id="rId4"/>
    <p:sldId id="260" r:id="rId5"/>
    <p:sldId id="273" r:id="rId6"/>
    <p:sldId id="272" r:id="rId7"/>
    <p:sldId id="263" r:id="rId8"/>
    <p:sldId id="264" r:id="rId9"/>
    <p:sldId id="275" r:id="rId10"/>
    <p:sldId id="276" r:id="rId11"/>
    <p:sldId id="265" r:id="rId12"/>
    <p:sldId id="270" r:id="rId13"/>
    <p:sldId id="268" r:id="rId14"/>
    <p:sldId id="266" r:id="rId15"/>
    <p:sldId id="267"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ata2.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ata3.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rawing3.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svg"/><Relationship Id="rId1" Type="http://schemas.openxmlformats.org/officeDocument/2006/relationships/image" Target="../media/image46.png"/><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B853D1-613B-472B-A048-A89226BE4817}"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838B0F8-D9FA-49B8-89F6-688B51FFF5F1}">
      <dgm:prSet/>
      <dgm:spPr>
        <a:effectLst>
          <a:outerShdw blurRad="50800" dist="38100" dir="2700000" algn="tl" rotWithShape="0">
            <a:prstClr val="black">
              <a:alpha val="40000"/>
            </a:prstClr>
          </a:outerShdw>
        </a:effectLst>
      </dgm:spPr>
      <dgm:t>
        <a:bodyPr/>
        <a:lstStyle/>
        <a:p>
          <a:pPr>
            <a:defRPr cap="all"/>
          </a:pPr>
          <a:r>
            <a:rPr lang="en-US" b="1" dirty="0">
              <a:solidFill>
                <a:schemeClr val="tx1"/>
              </a:solidFill>
            </a:rPr>
            <a:t>Visual history and trends of posture</a:t>
          </a:r>
        </a:p>
      </dgm:t>
    </dgm:pt>
    <dgm:pt modelId="{7A8C7331-47EB-4DFC-BBB9-C25C834DC596}" type="parTrans" cxnId="{0961873D-721D-43C6-811C-5386C8EAB443}">
      <dgm:prSet/>
      <dgm:spPr/>
      <dgm:t>
        <a:bodyPr/>
        <a:lstStyle/>
        <a:p>
          <a:endParaRPr lang="en-US"/>
        </a:p>
      </dgm:t>
    </dgm:pt>
    <dgm:pt modelId="{35574935-D258-4B80-AE9C-347F6F8DE576}" type="sibTrans" cxnId="{0961873D-721D-43C6-811C-5386C8EAB443}">
      <dgm:prSet/>
      <dgm:spPr/>
      <dgm:t>
        <a:bodyPr/>
        <a:lstStyle/>
        <a:p>
          <a:endParaRPr lang="en-US"/>
        </a:p>
      </dgm:t>
    </dgm:pt>
    <dgm:pt modelId="{ED18FE74-55EE-46F2-8A1A-88C03D698B05}">
      <dgm:prSet/>
      <dgm:spPr>
        <a:effectLst>
          <a:outerShdw blurRad="50800" dist="38100" dir="2700000" algn="tl" rotWithShape="0">
            <a:prstClr val="black">
              <a:alpha val="40000"/>
            </a:prstClr>
          </a:outerShdw>
        </a:effectLst>
      </dgm:spPr>
      <dgm:t>
        <a:bodyPr/>
        <a:lstStyle/>
        <a:p>
          <a:pPr>
            <a:defRPr cap="all"/>
          </a:pPr>
          <a:r>
            <a:rPr lang="en-US" b="1" dirty="0">
              <a:solidFill>
                <a:schemeClr val="tx1"/>
              </a:solidFill>
            </a:rPr>
            <a:t>Adjust alert behaviors</a:t>
          </a:r>
        </a:p>
      </dgm:t>
    </dgm:pt>
    <dgm:pt modelId="{03CD66B8-3C86-4506-B099-BFF492FD387D}" type="parTrans" cxnId="{59DAD1B6-6103-4B78-8F4F-A31EB66826B3}">
      <dgm:prSet/>
      <dgm:spPr/>
      <dgm:t>
        <a:bodyPr/>
        <a:lstStyle/>
        <a:p>
          <a:endParaRPr lang="en-US"/>
        </a:p>
      </dgm:t>
    </dgm:pt>
    <dgm:pt modelId="{DDEB22A4-D5BC-4031-99F9-4CC9F802AD95}" type="sibTrans" cxnId="{59DAD1B6-6103-4B78-8F4F-A31EB66826B3}">
      <dgm:prSet/>
      <dgm:spPr/>
      <dgm:t>
        <a:bodyPr/>
        <a:lstStyle/>
        <a:p>
          <a:endParaRPr lang="en-US"/>
        </a:p>
      </dgm:t>
    </dgm:pt>
    <dgm:pt modelId="{EB81C4F4-150F-47AE-AACF-D94E9E3ED702}">
      <dgm:prSet/>
      <dgm:spPr>
        <a:effectLst>
          <a:outerShdw blurRad="50800" dist="38100" dir="2700000" algn="tl" rotWithShape="0">
            <a:prstClr val="black">
              <a:alpha val="40000"/>
            </a:prstClr>
          </a:outerShdw>
        </a:effectLst>
      </dgm:spPr>
      <dgm:t>
        <a:bodyPr/>
        <a:lstStyle/>
        <a:p>
          <a:pPr>
            <a:defRPr cap="all"/>
          </a:pPr>
          <a:r>
            <a:rPr lang="en-US" b="1" dirty="0">
              <a:solidFill>
                <a:schemeClr val="tx1"/>
              </a:solidFill>
            </a:rPr>
            <a:t>Android only currently</a:t>
          </a:r>
        </a:p>
      </dgm:t>
    </dgm:pt>
    <dgm:pt modelId="{ADD3144F-80A4-4220-AF85-09E7530B22D9}" type="parTrans" cxnId="{02FC906F-C52C-4411-9547-4FACB1A46EAE}">
      <dgm:prSet/>
      <dgm:spPr/>
      <dgm:t>
        <a:bodyPr/>
        <a:lstStyle/>
        <a:p>
          <a:endParaRPr lang="en-US"/>
        </a:p>
      </dgm:t>
    </dgm:pt>
    <dgm:pt modelId="{97BEDB7E-151E-4A20-B08E-E6A794343EA8}" type="sibTrans" cxnId="{02FC906F-C52C-4411-9547-4FACB1A46EAE}">
      <dgm:prSet/>
      <dgm:spPr/>
      <dgm:t>
        <a:bodyPr/>
        <a:lstStyle/>
        <a:p>
          <a:endParaRPr lang="en-US"/>
        </a:p>
      </dgm:t>
    </dgm:pt>
    <dgm:pt modelId="{02C2842A-3BCD-4087-8982-E5DE5BCF8DD5}">
      <dgm:prSet/>
      <dgm:spPr>
        <a:effectLst>
          <a:outerShdw blurRad="50800" dist="38100" dir="2700000" algn="tl" rotWithShape="0">
            <a:prstClr val="black">
              <a:alpha val="40000"/>
            </a:prstClr>
          </a:outerShdw>
        </a:effectLst>
      </dgm:spPr>
      <dgm:t>
        <a:bodyPr/>
        <a:lstStyle/>
        <a:p>
          <a:pPr>
            <a:defRPr cap="all"/>
          </a:pPr>
          <a:r>
            <a:rPr lang="en-US" b="1" dirty="0">
              <a:solidFill>
                <a:schemeClr val="tx1"/>
              </a:solidFill>
            </a:rPr>
            <a:t>Calibration sessions through the app</a:t>
          </a:r>
        </a:p>
      </dgm:t>
    </dgm:pt>
    <dgm:pt modelId="{6F0A7621-21F3-474B-A86E-D51ADA685A55}" type="sibTrans" cxnId="{869A2319-5994-405C-A970-3C19EE5077A0}">
      <dgm:prSet/>
      <dgm:spPr/>
      <dgm:t>
        <a:bodyPr/>
        <a:lstStyle/>
        <a:p>
          <a:endParaRPr lang="en-US"/>
        </a:p>
      </dgm:t>
    </dgm:pt>
    <dgm:pt modelId="{557A04B7-876B-4EBA-838B-A4593408B2F7}" type="parTrans" cxnId="{869A2319-5994-405C-A970-3C19EE5077A0}">
      <dgm:prSet/>
      <dgm:spPr/>
      <dgm:t>
        <a:bodyPr/>
        <a:lstStyle/>
        <a:p>
          <a:endParaRPr lang="en-US"/>
        </a:p>
      </dgm:t>
    </dgm:pt>
    <dgm:pt modelId="{01494971-00E8-45AD-B743-1C7506708222}" type="pres">
      <dgm:prSet presAssocID="{71B853D1-613B-472B-A048-A89226BE4817}" presName="root" presStyleCnt="0">
        <dgm:presLayoutVars>
          <dgm:dir/>
          <dgm:resizeHandles val="exact"/>
        </dgm:presLayoutVars>
      </dgm:prSet>
      <dgm:spPr/>
    </dgm:pt>
    <dgm:pt modelId="{EC8004CA-7E12-441E-A683-9A8EAB9F2B78}" type="pres">
      <dgm:prSet presAssocID="{02C2842A-3BCD-4087-8982-E5DE5BCF8DD5}" presName="compNode" presStyleCnt="0"/>
      <dgm:spPr/>
    </dgm:pt>
    <dgm:pt modelId="{5C3F69D7-BDFA-4E58-93B6-534612E1172D}" type="pres">
      <dgm:prSet presAssocID="{02C2842A-3BCD-4087-8982-E5DE5BCF8DD5}" presName="iconBgRect" presStyleLbl="bgShp" presStyleIdx="0" presStyleCnt="4"/>
      <dgm:spPr/>
    </dgm:pt>
    <dgm:pt modelId="{1B89A06D-413D-445B-95F4-5BE5922DAF3A}" type="pres">
      <dgm:prSet presAssocID="{02C2842A-3BCD-4087-8982-E5DE5BCF8DD5}"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ouble Tap Gesture outline"/>
        </a:ext>
      </dgm:extLst>
    </dgm:pt>
    <dgm:pt modelId="{212C67C7-C4BF-45E6-8A6F-B479374D19C9}" type="pres">
      <dgm:prSet presAssocID="{02C2842A-3BCD-4087-8982-E5DE5BCF8DD5}" presName="spaceRect" presStyleCnt="0"/>
      <dgm:spPr/>
    </dgm:pt>
    <dgm:pt modelId="{7D069094-DC80-4998-9C7F-FD721B0C13E0}" type="pres">
      <dgm:prSet presAssocID="{02C2842A-3BCD-4087-8982-E5DE5BCF8DD5}" presName="textRect" presStyleLbl="revTx" presStyleIdx="0" presStyleCnt="4">
        <dgm:presLayoutVars>
          <dgm:chMax val="1"/>
          <dgm:chPref val="1"/>
        </dgm:presLayoutVars>
      </dgm:prSet>
      <dgm:spPr/>
    </dgm:pt>
    <dgm:pt modelId="{99E2D7F3-B644-4625-9CAC-438DE43CE145}" type="pres">
      <dgm:prSet presAssocID="{6F0A7621-21F3-474B-A86E-D51ADA685A55}" presName="sibTrans" presStyleCnt="0"/>
      <dgm:spPr/>
    </dgm:pt>
    <dgm:pt modelId="{D9E94503-8ABA-4E7E-B4B5-BB56B4692BB3}" type="pres">
      <dgm:prSet presAssocID="{D838B0F8-D9FA-49B8-89F6-688B51FFF5F1}" presName="compNode" presStyleCnt="0"/>
      <dgm:spPr/>
    </dgm:pt>
    <dgm:pt modelId="{F498F14A-58CA-45EB-97FB-B3928F9B6D36}" type="pres">
      <dgm:prSet presAssocID="{D838B0F8-D9FA-49B8-89F6-688B51FFF5F1}" presName="iconBgRect" presStyleLbl="bgShp" presStyleIdx="1" presStyleCnt="4"/>
      <dgm:spPr/>
    </dgm:pt>
    <dgm:pt modelId="{4892B7DE-F156-4F25-A0A2-BED506D7F392}" type="pres">
      <dgm:prSet presAssocID="{D838B0F8-D9FA-49B8-89F6-688B51FFF5F1}"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ar chart with solid fill"/>
        </a:ext>
      </dgm:extLst>
    </dgm:pt>
    <dgm:pt modelId="{AE9E29CD-927C-4F44-831F-1D8B1C6C6819}" type="pres">
      <dgm:prSet presAssocID="{D838B0F8-D9FA-49B8-89F6-688B51FFF5F1}" presName="spaceRect" presStyleCnt="0"/>
      <dgm:spPr/>
    </dgm:pt>
    <dgm:pt modelId="{AD3ECF40-4A46-4FCC-A0C2-7CB69D2924A0}" type="pres">
      <dgm:prSet presAssocID="{D838B0F8-D9FA-49B8-89F6-688B51FFF5F1}" presName="textRect" presStyleLbl="revTx" presStyleIdx="1" presStyleCnt="4">
        <dgm:presLayoutVars>
          <dgm:chMax val="1"/>
          <dgm:chPref val="1"/>
        </dgm:presLayoutVars>
      </dgm:prSet>
      <dgm:spPr/>
    </dgm:pt>
    <dgm:pt modelId="{2DBC39A5-42D7-4484-A1BB-BE8E0F86BDE7}" type="pres">
      <dgm:prSet presAssocID="{35574935-D258-4B80-AE9C-347F6F8DE576}" presName="sibTrans" presStyleCnt="0"/>
      <dgm:spPr/>
    </dgm:pt>
    <dgm:pt modelId="{20D1266B-0962-4215-879B-0F4A42E7D5E2}" type="pres">
      <dgm:prSet presAssocID="{ED18FE74-55EE-46F2-8A1A-88C03D698B05}" presName="compNode" presStyleCnt="0"/>
      <dgm:spPr/>
    </dgm:pt>
    <dgm:pt modelId="{8E6F3AB8-E2C2-4478-BCBA-0F3C94E58E35}" type="pres">
      <dgm:prSet presAssocID="{ED18FE74-55EE-46F2-8A1A-88C03D698B05}" presName="iconBgRect" presStyleLbl="bgShp" presStyleIdx="2" presStyleCnt="4"/>
      <dgm:spPr>
        <a:solidFill>
          <a:srgbClr val="FF0000"/>
        </a:solidFill>
      </dgm:spPr>
    </dgm:pt>
    <dgm:pt modelId="{24FF7CA4-1CDE-4FD1-9651-93941575B6BB}" type="pres">
      <dgm:prSet presAssocID="{ED18FE74-55EE-46F2-8A1A-88C03D698B0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rning"/>
        </a:ext>
      </dgm:extLst>
    </dgm:pt>
    <dgm:pt modelId="{4B333B22-333E-4220-814A-86A69422F1F0}" type="pres">
      <dgm:prSet presAssocID="{ED18FE74-55EE-46F2-8A1A-88C03D698B05}" presName="spaceRect" presStyleCnt="0"/>
      <dgm:spPr/>
    </dgm:pt>
    <dgm:pt modelId="{2B2B73F3-8295-447A-8CFF-B4C4364A7E89}" type="pres">
      <dgm:prSet presAssocID="{ED18FE74-55EE-46F2-8A1A-88C03D698B05}" presName="textRect" presStyleLbl="revTx" presStyleIdx="2" presStyleCnt="4">
        <dgm:presLayoutVars>
          <dgm:chMax val="1"/>
          <dgm:chPref val="1"/>
        </dgm:presLayoutVars>
      </dgm:prSet>
      <dgm:spPr/>
    </dgm:pt>
    <dgm:pt modelId="{C359B7A0-98CC-4DCA-BBF1-CB64F02F60FA}" type="pres">
      <dgm:prSet presAssocID="{DDEB22A4-D5BC-4031-99F9-4CC9F802AD95}" presName="sibTrans" presStyleCnt="0"/>
      <dgm:spPr/>
    </dgm:pt>
    <dgm:pt modelId="{C82122EE-E1A7-4F35-92D1-8FB266751DD9}" type="pres">
      <dgm:prSet presAssocID="{EB81C4F4-150F-47AE-AACF-D94E9E3ED702}" presName="compNode" presStyleCnt="0"/>
      <dgm:spPr/>
    </dgm:pt>
    <dgm:pt modelId="{9F4BCFC7-1BFF-404D-B577-BB7C81F60A8B}" type="pres">
      <dgm:prSet presAssocID="{EB81C4F4-150F-47AE-AACF-D94E9E3ED702}" presName="iconBgRect" presStyleLbl="bgShp" presStyleIdx="3" presStyleCnt="4"/>
      <dgm:spPr/>
    </dgm:pt>
    <dgm:pt modelId="{F3F31C07-9E8F-4971-ACC6-A9704C746320}" type="pres">
      <dgm:prSet presAssocID="{EB81C4F4-150F-47AE-AACF-D94E9E3ED70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mart Phone"/>
        </a:ext>
      </dgm:extLst>
    </dgm:pt>
    <dgm:pt modelId="{A13202DD-FE89-4BE4-AE0C-90F8FA417C19}" type="pres">
      <dgm:prSet presAssocID="{EB81C4F4-150F-47AE-AACF-D94E9E3ED702}" presName="spaceRect" presStyleCnt="0"/>
      <dgm:spPr/>
    </dgm:pt>
    <dgm:pt modelId="{20912A72-4625-4FE6-A49C-6D41C7C4F975}" type="pres">
      <dgm:prSet presAssocID="{EB81C4F4-150F-47AE-AACF-D94E9E3ED702}" presName="textRect" presStyleLbl="revTx" presStyleIdx="3" presStyleCnt="4">
        <dgm:presLayoutVars>
          <dgm:chMax val="1"/>
          <dgm:chPref val="1"/>
        </dgm:presLayoutVars>
      </dgm:prSet>
      <dgm:spPr/>
    </dgm:pt>
  </dgm:ptLst>
  <dgm:cxnLst>
    <dgm:cxn modelId="{332EC218-8410-4F0D-9F56-FB3A8857EB03}" type="presOf" srcId="{D838B0F8-D9FA-49B8-89F6-688B51FFF5F1}" destId="{AD3ECF40-4A46-4FCC-A0C2-7CB69D2924A0}" srcOrd="0" destOrd="0" presId="urn:microsoft.com/office/officeart/2018/5/layout/IconCircleLabelList"/>
    <dgm:cxn modelId="{869A2319-5994-405C-A970-3C19EE5077A0}" srcId="{71B853D1-613B-472B-A048-A89226BE4817}" destId="{02C2842A-3BCD-4087-8982-E5DE5BCF8DD5}" srcOrd="0" destOrd="0" parTransId="{557A04B7-876B-4EBA-838B-A4593408B2F7}" sibTransId="{6F0A7621-21F3-474B-A86E-D51ADA685A55}"/>
    <dgm:cxn modelId="{B873451F-B526-406C-9C82-738D73F3C0BE}" type="presOf" srcId="{EB81C4F4-150F-47AE-AACF-D94E9E3ED702}" destId="{20912A72-4625-4FE6-A49C-6D41C7C4F975}" srcOrd="0" destOrd="0" presId="urn:microsoft.com/office/officeart/2018/5/layout/IconCircleLabelList"/>
    <dgm:cxn modelId="{DDC6DF3A-52FA-442E-91F3-B9BFD7515409}" type="presOf" srcId="{02C2842A-3BCD-4087-8982-E5DE5BCF8DD5}" destId="{7D069094-DC80-4998-9C7F-FD721B0C13E0}" srcOrd="0" destOrd="0" presId="urn:microsoft.com/office/officeart/2018/5/layout/IconCircleLabelList"/>
    <dgm:cxn modelId="{0961873D-721D-43C6-811C-5386C8EAB443}" srcId="{71B853D1-613B-472B-A048-A89226BE4817}" destId="{D838B0F8-D9FA-49B8-89F6-688B51FFF5F1}" srcOrd="1" destOrd="0" parTransId="{7A8C7331-47EB-4DFC-BBB9-C25C834DC596}" sibTransId="{35574935-D258-4B80-AE9C-347F6F8DE576}"/>
    <dgm:cxn modelId="{4CEDB64E-818A-4793-8123-DA013520D588}" type="presOf" srcId="{ED18FE74-55EE-46F2-8A1A-88C03D698B05}" destId="{2B2B73F3-8295-447A-8CFF-B4C4364A7E89}" srcOrd="0" destOrd="0" presId="urn:microsoft.com/office/officeart/2018/5/layout/IconCircleLabelList"/>
    <dgm:cxn modelId="{02FC906F-C52C-4411-9547-4FACB1A46EAE}" srcId="{71B853D1-613B-472B-A048-A89226BE4817}" destId="{EB81C4F4-150F-47AE-AACF-D94E9E3ED702}" srcOrd="3" destOrd="0" parTransId="{ADD3144F-80A4-4220-AF85-09E7530B22D9}" sibTransId="{97BEDB7E-151E-4A20-B08E-E6A794343EA8}"/>
    <dgm:cxn modelId="{59DAD1B6-6103-4B78-8F4F-A31EB66826B3}" srcId="{71B853D1-613B-472B-A048-A89226BE4817}" destId="{ED18FE74-55EE-46F2-8A1A-88C03D698B05}" srcOrd="2" destOrd="0" parTransId="{03CD66B8-3C86-4506-B099-BFF492FD387D}" sibTransId="{DDEB22A4-D5BC-4031-99F9-4CC9F802AD95}"/>
    <dgm:cxn modelId="{832511DB-E3E3-4220-B83F-CBB5C6BAAEBA}" type="presOf" srcId="{71B853D1-613B-472B-A048-A89226BE4817}" destId="{01494971-00E8-45AD-B743-1C7506708222}" srcOrd="0" destOrd="0" presId="urn:microsoft.com/office/officeart/2018/5/layout/IconCircleLabelList"/>
    <dgm:cxn modelId="{3E0C6909-B384-469D-97E7-723FC46EBD29}" type="presParOf" srcId="{01494971-00E8-45AD-B743-1C7506708222}" destId="{EC8004CA-7E12-441E-A683-9A8EAB9F2B78}" srcOrd="0" destOrd="0" presId="urn:microsoft.com/office/officeart/2018/5/layout/IconCircleLabelList"/>
    <dgm:cxn modelId="{8D4BA898-DA4F-421D-998B-74EF3512CE44}" type="presParOf" srcId="{EC8004CA-7E12-441E-A683-9A8EAB9F2B78}" destId="{5C3F69D7-BDFA-4E58-93B6-534612E1172D}" srcOrd="0" destOrd="0" presId="urn:microsoft.com/office/officeart/2018/5/layout/IconCircleLabelList"/>
    <dgm:cxn modelId="{6C422DD8-BD2E-495F-BB6E-883500A511A9}" type="presParOf" srcId="{EC8004CA-7E12-441E-A683-9A8EAB9F2B78}" destId="{1B89A06D-413D-445B-95F4-5BE5922DAF3A}" srcOrd="1" destOrd="0" presId="urn:microsoft.com/office/officeart/2018/5/layout/IconCircleLabelList"/>
    <dgm:cxn modelId="{392DA2B4-B809-4116-A2B2-A0249977E8F5}" type="presParOf" srcId="{EC8004CA-7E12-441E-A683-9A8EAB9F2B78}" destId="{212C67C7-C4BF-45E6-8A6F-B479374D19C9}" srcOrd="2" destOrd="0" presId="urn:microsoft.com/office/officeart/2018/5/layout/IconCircleLabelList"/>
    <dgm:cxn modelId="{1CDE13B2-D3A4-4A45-8081-915D570FF984}" type="presParOf" srcId="{EC8004CA-7E12-441E-A683-9A8EAB9F2B78}" destId="{7D069094-DC80-4998-9C7F-FD721B0C13E0}" srcOrd="3" destOrd="0" presId="urn:microsoft.com/office/officeart/2018/5/layout/IconCircleLabelList"/>
    <dgm:cxn modelId="{12AF7620-D17C-4A5C-A181-299EFA79D857}" type="presParOf" srcId="{01494971-00E8-45AD-B743-1C7506708222}" destId="{99E2D7F3-B644-4625-9CAC-438DE43CE145}" srcOrd="1" destOrd="0" presId="urn:microsoft.com/office/officeart/2018/5/layout/IconCircleLabelList"/>
    <dgm:cxn modelId="{3BBD40C1-E129-4B88-8400-83E7B530E63E}" type="presParOf" srcId="{01494971-00E8-45AD-B743-1C7506708222}" destId="{D9E94503-8ABA-4E7E-B4B5-BB56B4692BB3}" srcOrd="2" destOrd="0" presId="urn:microsoft.com/office/officeart/2018/5/layout/IconCircleLabelList"/>
    <dgm:cxn modelId="{6C70E431-6855-4AB3-91C2-3B99AC8928B5}" type="presParOf" srcId="{D9E94503-8ABA-4E7E-B4B5-BB56B4692BB3}" destId="{F498F14A-58CA-45EB-97FB-B3928F9B6D36}" srcOrd="0" destOrd="0" presId="urn:microsoft.com/office/officeart/2018/5/layout/IconCircleLabelList"/>
    <dgm:cxn modelId="{C1C3CDAD-B704-4356-954A-85BD2F40CE1F}" type="presParOf" srcId="{D9E94503-8ABA-4E7E-B4B5-BB56B4692BB3}" destId="{4892B7DE-F156-4F25-A0A2-BED506D7F392}" srcOrd="1" destOrd="0" presId="urn:microsoft.com/office/officeart/2018/5/layout/IconCircleLabelList"/>
    <dgm:cxn modelId="{BF24FFAC-C7DF-410D-842E-C4094C8613EE}" type="presParOf" srcId="{D9E94503-8ABA-4E7E-B4B5-BB56B4692BB3}" destId="{AE9E29CD-927C-4F44-831F-1D8B1C6C6819}" srcOrd="2" destOrd="0" presId="urn:microsoft.com/office/officeart/2018/5/layout/IconCircleLabelList"/>
    <dgm:cxn modelId="{0D1F560F-5AF9-4685-B5BE-545E2E364268}" type="presParOf" srcId="{D9E94503-8ABA-4E7E-B4B5-BB56B4692BB3}" destId="{AD3ECF40-4A46-4FCC-A0C2-7CB69D2924A0}" srcOrd="3" destOrd="0" presId="urn:microsoft.com/office/officeart/2018/5/layout/IconCircleLabelList"/>
    <dgm:cxn modelId="{A2974716-C397-4711-ACD0-0446CDC3197B}" type="presParOf" srcId="{01494971-00E8-45AD-B743-1C7506708222}" destId="{2DBC39A5-42D7-4484-A1BB-BE8E0F86BDE7}" srcOrd="3" destOrd="0" presId="urn:microsoft.com/office/officeart/2018/5/layout/IconCircleLabelList"/>
    <dgm:cxn modelId="{6BFCAF4D-FCD8-45FB-9C7F-80DAD7BFDA22}" type="presParOf" srcId="{01494971-00E8-45AD-B743-1C7506708222}" destId="{20D1266B-0962-4215-879B-0F4A42E7D5E2}" srcOrd="4" destOrd="0" presId="urn:microsoft.com/office/officeart/2018/5/layout/IconCircleLabelList"/>
    <dgm:cxn modelId="{7A9DED7D-6F4A-48B5-A308-04B88040A597}" type="presParOf" srcId="{20D1266B-0962-4215-879B-0F4A42E7D5E2}" destId="{8E6F3AB8-E2C2-4478-BCBA-0F3C94E58E35}" srcOrd="0" destOrd="0" presId="urn:microsoft.com/office/officeart/2018/5/layout/IconCircleLabelList"/>
    <dgm:cxn modelId="{15A5B573-F6B8-4808-87DD-2AED00E736AD}" type="presParOf" srcId="{20D1266B-0962-4215-879B-0F4A42E7D5E2}" destId="{24FF7CA4-1CDE-4FD1-9651-93941575B6BB}" srcOrd="1" destOrd="0" presId="urn:microsoft.com/office/officeart/2018/5/layout/IconCircleLabelList"/>
    <dgm:cxn modelId="{B3665573-3235-44F2-B90F-C9BF280A6FA5}" type="presParOf" srcId="{20D1266B-0962-4215-879B-0F4A42E7D5E2}" destId="{4B333B22-333E-4220-814A-86A69422F1F0}" srcOrd="2" destOrd="0" presId="urn:microsoft.com/office/officeart/2018/5/layout/IconCircleLabelList"/>
    <dgm:cxn modelId="{0F9C0DDA-2E3E-48BC-97A5-BD51D26EB26B}" type="presParOf" srcId="{20D1266B-0962-4215-879B-0F4A42E7D5E2}" destId="{2B2B73F3-8295-447A-8CFF-B4C4364A7E89}" srcOrd="3" destOrd="0" presId="urn:microsoft.com/office/officeart/2018/5/layout/IconCircleLabelList"/>
    <dgm:cxn modelId="{F817B4E5-CDB2-438E-BCEA-C7E0C27007AE}" type="presParOf" srcId="{01494971-00E8-45AD-B743-1C7506708222}" destId="{C359B7A0-98CC-4DCA-BBF1-CB64F02F60FA}" srcOrd="5" destOrd="0" presId="urn:microsoft.com/office/officeart/2018/5/layout/IconCircleLabelList"/>
    <dgm:cxn modelId="{7EB71B6D-FC5E-45F7-B3A3-AF8998060399}" type="presParOf" srcId="{01494971-00E8-45AD-B743-1C7506708222}" destId="{C82122EE-E1A7-4F35-92D1-8FB266751DD9}" srcOrd="6" destOrd="0" presId="urn:microsoft.com/office/officeart/2018/5/layout/IconCircleLabelList"/>
    <dgm:cxn modelId="{DB492DD2-FFF8-4DD9-A67B-ED8E42A81DD7}" type="presParOf" srcId="{C82122EE-E1A7-4F35-92D1-8FB266751DD9}" destId="{9F4BCFC7-1BFF-404D-B577-BB7C81F60A8B}" srcOrd="0" destOrd="0" presId="urn:microsoft.com/office/officeart/2018/5/layout/IconCircleLabelList"/>
    <dgm:cxn modelId="{90353881-8243-4DBD-8D25-642E32F7888C}" type="presParOf" srcId="{C82122EE-E1A7-4F35-92D1-8FB266751DD9}" destId="{F3F31C07-9E8F-4971-ACC6-A9704C746320}" srcOrd="1" destOrd="0" presId="urn:microsoft.com/office/officeart/2018/5/layout/IconCircleLabelList"/>
    <dgm:cxn modelId="{3D80EAE8-1AEE-4AE8-A198-885481D6B0EF}" type="presParOf" srcId="{C82122EE-E1A7-4F35-92D1-8FB266751DD9}" destId="{A13202DD-FE89-4BE4-AE0C-90F8FA417C19}" srcOrd="2" destOrd="0" presId="urn:microsoft.com/office/officeart/2018/5/layout/IconCircleLabelList"/>
    <dgm:cxn modelId="{86606380-CFD9-4425-8F03-F4E8AB0B45B3}" type="presParOf" srcId="{C82122EE-E1A7-4F35-92D1-8FB266751DD9}" destId="{20912A72-4625-4FE6-A49C-6D41C7C4F975}"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9A03C0-42DE-4567-8FFA-7367CD1985F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736ED8C-17FF-4567-8312-679C156E7F78}">
      <dgm:prSet/>
      <dgm:spPr>
        <a:effectLst>
          <a:outerShdw blurRad="50800" dist="38100" dir="2700000" algn="tl" rotWithShape="0">
            <a:prstClr val="black">
              <a:alpha val="40000"/>
            </a:prstClr>
          </a:outerShdw>
        </a:effectLst>
      </dgm:spPr>
      <dgm:t>
        <a:bodyPr/>
        <a:lstStyle/>
        <a:p>
          <a:pPr>
            <a:lnSpc>
              <a:spcPct val="100000"/>
            </a:lnSpc>
          </a:pPr>
          <a:r>
            <a:rPr lang="en-US" dirty="0"/>
            <a:t>Bluetooth &amp; Wi-Fi standards (IEEE 802.11 / 802.15)</a:t>
          </a:r>
        </a:p>
      </dgm:t>
    </dgm:pt>
    <dgm:pt modelId="{97A7DD00-5005-49F6-ACF9-134C55103B1E}" type="parTrans" cxnId="{4802A195-CA73-4500-9F9B-820B5EE12212}">
      <dgm:prSet/>
      <dgm:spPr/>
      <dgm:t>
        <a:bodyPr/>
        <a:lstStyle/>
        <a:p>
          <a:endParaRPr lang="en-US"/>
        </a:p>
      </dgm:t>
    </dgm:pt>
    <dgm:pt modelId="{9B4019EB-CE79-444A-BA6C-9B79B8F62A01}" type="sibTrans" cxnId="{4802A195-CA73-4500-9F9B-820B5EE12212}">
      <dgm:prSet/>
      <dgm:spPr/>
      <dgm:t>
        <a:bodyPr/>
        <a:lstStyle/>
        <a:p>
          <a:pPr>
            <a:lnSpc>
              <a:spcPct val="100000"/>
            </a:lnSpc>
          </a:pPr>
          <a:endParaRPr lang="en-US"/>
        </a:p>
      </dgm:t>
    </dgm:pt>
    <dgm:pt modelId="{78AB504E-CA04-4A52-85E2-72ED19357BB1}">
      <dgm:prSet/>
      <dgm:spPr>
        <a:effectLst>
          <a:outerShdw blurRad="50800" dist="38100" dir="2700000" algn="tl" rotWithShape="0">
            <a:prstClr val="black">
              <a:alpha val="40000"/>
            </a:prstClr>
          </a:outerShdw>
        </a:effectLst>
      </dgm:spPr>
      <dgm:t>
        <a:bodyPr/>
        <a:lstStyle/>
        <a:p>
          <a:pPr>
            <a:lnSpc>
              <a:spcPct val="100000"/>
            </a:lnSpc>
          </a:pPr>
          <a:r>
            <a:rPr lang="en-US" dirty="0"/>
            <a:t>ARM CMSIS for embedded development</a:t>
          </a:r>
        </a:p>
      </dgm:t>
    </dgm:pt>
    <dgm:pt modelId="{472A2558-8163-4EFC-9B52-286E42C9C32C}" type="parTrans" cxnId="{6D260F24-DD75-4572-A8E8-C59DF1CC823E}">
      <dgm:prSet/>
      <dgm:spPr/>
      <dgm:t>
        <a:bodyPr/>
        <a:lstStyle/>
        <a:p>
          <a:endParaRPr lang="en-US"/>
        </a:p>
      </dgm:t>
    </dgm:pt>
    <dgm:pt modelId="{E812FFDC-5F36-4D68-8407-427109FBC90E}" type="sibTrans" cxnId="{6D260F24-DD75-4572-A8E8-C59DF1CC823E}">
      <dgm:prSet/>
      <dgm:spPr/>
      <dgm:t>
        <a:bodyPr/>
        <a:lstStyle/>
        <a:p>
          <a:pPr>
            <a:lnSpc>
              <a:spcPct val="100000"/>
            </a:lnSpc>
          </a:pPr>
          <a:endParaRPr lang="en-US"/>
        </a:p>
      </dgm:t>
    </dgm:pt>
    <dgm:pt modelId="{61D23C9E-0AD4-4F8C-89F6-07B6C517C9D9}">
      <dgm:prSet/>
      <dgm:spPr>
        <a:effectLst>
          <a:outerShdw blurRad="50800" dist="38100" dir="2700000" algn="tl" rotWithShape="0">
            <a:prstClr val="black">
              <a:alpha val="40000"/>
            </a:prstClr>
          </a:outerShdw>
        </a:effectLst>
      </dgm:spPr>
      <dgm:t>
        <a:bodyPr/>
        <a:lstStyle/>
        <a:p>
          <a:pPr>
            <a:lnSpc>
              <a:spcPct val="100000"/>
            </a:lnSpc>
          </a:pPr>
          <a:r>
            <a:rPr lang="en-US" dirty="0"/>
            <a:t>Structured software and documentation</a:t>
          </a:r>
        </a:p>
      </dgm:t>
    </dgm:pt>
    <dgm:pt modelId="{D3405355-806F-43C3-9C0A-8669B36E5753}" type="parTrans" cxnId="{2A68E105-0778-48C5-AA30-1587618C0971}">
      <dgm:prSet/>
      <dgm:spPr/>
      <dgm:t>
        <a:bodyPr/>
        <a:lstStyle/>
        <a:p>
          <a:endParaRPr lang="en-US"/>
        </a:p>
      </dgm:t>
    </dgm:pt>
    <dgm:pt modelId="{13A1EEB2-FB8F-4FF5-84CC-84ECDD3FD55A}" type="sibTrans" cxnId="{2A68E105-0778-48C5-AA30-1587618C0971}">
      <dgm:prSet/>
      <dgm:spPr/>
      <dgm:t>
        <a:bodyPr/>
        <a:lstStyle/>
        <a:p>
          <a:pPr>
            <a:lnSpc>
              <a:spcPct val="100000"/>
            </a:lnSpc>
          </a:pPr>
          <a:endParaRPr lang="en-US"/>
        </a:p>
      </dgm:t>
    </dgm:pt>
    <dgm:pt modelId="{00709B4A-DE50-4A62-B9B3-2BD13D5C73DF}">
      <dgm:prSet/>
      <dgm:spPr>
        <a:effectLst>
          <a:outerShdw blurRad="50800" dist="38100" dir="2700000" algn="tl" rotWithShape="0">
            <a:prstClr val="black">
              <a:alpha val="40000"/>
            </a:prstClr>
          </a:outerShdw>
        </a:effectLst>
      </dgm:spPr>
      <dgm:t>
        <a:bodyPr/>
        <a:lstStyle/>
        <a:p>
          <a:pPr>
            <a:lnSpc>
              <a:spcPct val="100000"/>
            </a:lnSpc>
          </a:pPr>
          <a:r>
            <a:rPr lang="en-US" dirty="0"/>
            <a:t>Electrical safety &amp; EMC principles</a:t>
          </a:r>
        </a:p>
      </dgm:t>
    </dgm:pt>
    <dgm:pt modelId="{6F4B0E11-B134-4CB2-93B9-84281E042837}" type="parTrans" cxnId="{B219566A-80BC-4852-8CEB-C24A8379AB99}">
      <dgm:prSet/>
      <dgm:spPr/>
      <dgm:t>
        <a:bodyPr/>
        <a:lstStyle/>
        <a:p>
          <a:endParaRPr lang="en-US"/>
        </a:p>
      </dgm:t>
    </dgm:pt>
    <dgm:pt modelId="{F60B3FA1-64F9-403A-AD58-C806D2D692A6}" type="sibTrans" cxnId="{B219566A-80BC-4852-8CEB-C24A8379AB99}">
      <dgm:prSet/>
      <dgm:spPr/>
      <dgm:t>
        <a:bodyPr/>
        <a:lstStyle/>
        <a:p>
          <a:endParaRPr lang="en-US"/>
        </a:p>
      </dgm:t>
    </dgm:pt>
    <dgm:pt modelId="{D8EFF073-03A9-487F-8CD2-6E2E6C12D57E}" type="pres">
      <dgm:prSet presAssocID="{C39A03C0-42DE-4567-8FFA-7367CD1985F3}" presName="root" presStyleCnt="0">
        <dgm:presLayoutVars>
          <dgm:dir/>
          <dgm:resizeHandles val="exact"/>
        </dgm:presLayoutVars>
      </dgm:prSet>
      <dgm:spPr/>
    </dgm:pt>
    <dgm:pt modelId="{8DAA6DE3-3D13-44E0-B856-5A9E79429A46}" type="pres">
      <dgm:prSet presAssocID="{C39A03C0-42DE-4567-8FFA-7367CD1985F3}" presName="container" presStyleCnt="0">
        <dgm:presLayoutVars>
          <dgm:dir/>
          <dgm:resizeHandles val="exact"/>
        </dgm:presLayoutVars>
      </dgm:prSet>
      <dgm:spPr/>
    </dgm:pt>
    <dgm:pt modelId="{3302DE7A-1B81-43AC-93ED-CD1EF87DF5E0}" type="pres">
      <dgm:prSet presAssocID="{5736ED8C-17FF-4567-8312-679C156E7F78}" presName="compNode" presStyleCnt="0"/>
      <dgm:spPr/>
    </dgm:pt>
    <dgm:pt modelId="{FD729F3C-F234-48B4-A7AE-BC87B5831510}" type="pres">
      <dgm:prSet presAssocID="{5736ED8C-17FF-4567-8312-679C156E7F78}" presName="iconBgRect" presStyleLbl="bgShp" presStyleIdx="0" presStyleCnt="4"/>
      <dgm:spPr/>
    </dgm:pt>
    <dgm:pt modelId="{71458282-086C-4BA6-9DEC-134647E5CE0B}" type="pres">
      <dgm:prSet presAssocID="{5736ED8C-17FF-4567-8312-679C156E7F7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luetooth"/>
        </a:ext>
      </dgm:extLst>
    </dgm:pt>
    <dgm:pt modelId="{4BF5C1E4-416E-4CD3-87AB-8E1A352A79E9}" type="pres">
      <dgm:prSet presAssocID="{5736ED8C-17FF-4567-8312-679C156E7F78}" presName="spaceRect" presStyleCnt="0"/>
      <dgm:spPr/>
    </dgm:pt>
    <dgm:pt modelId="{020BB78A-B3D4-4015-BE91-C61C67A7088D}" type="pres">
      <dgm:prSet presAssocID="{5736ED8C-17FF-4567-8312-679C156E7F78}" presName="textRect" presStyleLbl="revTx" presStyleIdx="0" presStyleCnt="4">
        <dgm:presLayoutVars>
          <dgm:chMax val="1"/>
          <dgm:chPref val="1"/>
        </dgm:presLayoutVars>
      </dgm:prSet>
      <dgm:spPr/>
    </dgm:pt>
    <dgm:pt modelId="{CA5A4258-2F82-427A-B926-D4F6C04AA33A}" type="pres">
      <dgm:prSet presAssocID="{9B4019EB-CE79-444A-BA6C-9B79B8F62A01}" presName="sibTrans" presStyleLbl="sibTrans2D1" presStyleIdx="0" presStyleCnt="0"/>
      <dgm:spPr/>
    </dgm:pt>
    <dgm:pt modelId="{E80C6CF8-9A06-447A-8164-3F936E5B98D4}" type="pres">
      <dgm:prSet presAssocID="{78AB504E-CA04-4A52-85E2-72ED19357BB1}" presName="compNode" presStyleCnt="0"/>
      <dgm:spPr/>
    </dgm:pt>
    <dgm:pt modelId="{743EE434-09A3-4BF7-A7BC-96CE43123BA0}" type="pres">
      <dgm:prSet presAssocID="{78AB504E-CA04-4A52-85E2-72ED19357BB1}" presName="iconBgRect" presStyleLbl="bgShp" presStyleIdx="1" presStyleCnt="4"/>
      <dgm:spPr>
        <a:ln>
          <a:noFill/>
        </a:ln>
      </dgm:spPr>
    </dgm:pt>
    <dgm:pt modelId="{C53EB5AD-C427-4C6B-9DE9-2757E7AC9FD9}" type="pres">
      <dgm:prSet presAssocID="{78AB504E-CA04-4A52-85E2-72ED19357BB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5A1CA97-EB39-4C83-853A-4164D1B6D809}" type="pres">
      <dgm:prSet presAssocID="{78AB504E-CA04-4A52-85E2-72ED19357BB1}" presName="spaceRect" presStyleCnt="0"/>
      <dgm:spPr/>
    </dgm:pt>
    <dgm:pt modelId="{1AFA56DB-CD5F-4BD8-A6F2-80A2398140A7}" type="pres">
      <dgm:prSet presAssocID="{78AB504E-CA04-4A52-85E2-72ED19357BB1}" presName="textRect" presStyleLbl="revTx" presStyleIdx="1" presStyleCnt="4">
        <dgm:presLayoutVars>
          <dgm:chMax val="1"/>
          <dgm:chPref val="1"/>
        </dgm:presLayoutVars>
      </dgm:prSet>
      <dgm:spPr/>
    </dgm:pt>
    <dgm:pt modelId="{E6FFD84E-C344-4685-AB5C-D8A1133D9803}" type="pres">
      <dgm:prSet presAssocID="{E812FFDC-5F36-4D68-8407-427109FBC90E}" presName="sibTrans" presStyleLbl="sibTrans2D1" presStyleIdx="0" presStyleCnt="0"/>
      <dgm:spPr/>
    </dgm:pt>
    <dgm:pt modelId="{2A6ACA1B-F55D-465A-B3BA-F2FFE727D4B1}" type="pres">
      <dgm:prSet presAssocID="{61D23C9E-0AD4-4F8C-89F6-07B6C517C9D9}" presName="compNode" presStyleCnt="0"/>
      <dgm:spPr/>
    </dgm:pt>
    <dgm:pt modelId="{50B34A3C-5402-4E6E-8D65-C310846ABC1F}" type="pres">
      <dgm:prSet presAssocID="{61D23C9E-0AD4-4F8C-89F6-07B6C517C9D9}" presName="iconBgRect" presStyleLbl="bgShp" presStyleIdx="2" presStyleCnt="4"/>
      <dgm:spPr/>
    </dgm:pt>
    <dgm:pt modelId="{8EBE3569-E2C4-456E-9117-58673CB512AC}" type="pres">
      <dgm:prSet presAssocID="{61D23C9E-0AD4-4F8C-89F6-07B6C517C9D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C7A3765A-A663-4E06-AB21-BF76685167EC}" type="pres">
      <dgm:prSet presAssocID="{61D23C9E-0AD4-4F8C-89F6-07B6C517C9D9}" presName="spaceRect" presStyleCnt="0"/>
      <dgm:spPr/>
    </dgm:pt>
    <dgm:pt modelId="{EA864C19-8056-4B0E-8B0D-AEBB68701A28}" type="pres">
      <dgm:prSet presAssocID="{61D23C9E-0AD4-4F8C-89F6-07B6C517C9D9}" presName="textRect" presStyleLbl="revTx" presStyleIdx="2" presStyleCnt="4">
        <dgm:presLayoutVars>
          <dgm:chMax val="1"/>
          <dgm:chPref val="1"/>
        </dgm:presLayoutVars>
      </dgm:prSet>
      <dgm:spPr/>
    </dgm:pt>
    <dgm:pt modelId="{8CD378F1-0337-4CC6-A405-97E5CF65FCC7}" type="pres">
      <dgm:prSet presAssocID="{13A1EEB2-FB8F-4FF5-84CC-84ECDD3FD55A}" presName="sibTrans" presStyleLbl="sibTrans2D1" presStyleIdx="0" presStyleCnt="0"/>
      <dgm:spPr/>
    </dgm:pt>
    <dgm:pt modelId="{83DF8140-86CC-4F48-BDD7-B99F7D56B7BF}" type="pres">
      <dgm:prSet presAssocID="{00709B4A-DE50-4A62-B9B3-2BD13D5C73DF}" presName="compNode" presStyleCnt="0"/>
      <dgm:spPr/>
    </dgm:pt>
    <dgm:pt modelId="{61710019-5C85-4BA8-BFA7-F0D4FC2CDB20}" type="pres">
      <dgm:prSet presAssocID="{00709B4A-DE50-4A62-B9B3-2BD13D5C73DF}" presName="iconBgRect" presStyleLbl="bgShp" presStyleIdx="3" presStyleCnt="4"/>
      <dgm:spPr/>
    </dgm:pt>
    <dgm:pt modelId="{3F5B5B5A-14E3-4A82-93A6-A9BD37BB009F}" type="pres">
      <dgm:prSet presAssocID="{00709B4A-DE50-4A62-B9B3-2BD13D5C73D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igh Voltage"/>
        </a:ext>
      </dgm:extLst>
    </dgm:pt>
    <dgm:pt modelId="{028D4681-E3AF-4444-B073-DAFA6B40EAD8}" type="pres">
      <dgm:prSet presAssocID="{00709B4A-DE50-4A62-B9B3-2BD13D5C73DF}" presName="spaceRect" presStyleCnt="0"/>
      <dgm:spPr/>
    </dgm:pt>
    <dgm:pt modelId="{49FBA44B-4049-49AE-8426-AB788BB9F7C2}" type="pres">
      <dgm:prSet presAssocID="{00709B4A-DE50-4A62-B9B3-2BD13D5C73DF}" presName="textRect" presStyleLbl="revTx" presStyleIdx="3" presStyleCnt="4">
        <dgm:presLayoutVars>
          <dgm:chMax val="1"/>
          <dgm:chPref val="1"/>
        </dgm:presLayoutVars>
      </dgm:prSet>
      <dgm:spPr/>
    </dgm:pt>
  </dgm:ptLst>
  <dgm:cxnLst>
    <dgm:cxn modelId="{2A68E105-0778-48C5-AA30-1587618C0971}" srcId="{C39A03C0-42DE-4567-8FFA-7367CD1985F3}" destId="{61D23C9E-0AD4-4F8C-89F6-07B6C517C9D9}" srcOrd="2" destOrd="0" parTransId="{D3405355-806F-43C3-9C0A-8669B36E5753}" sibTransId="{13A1EEB2-FB8F-4FF5-84CC-84ECDD3FD55A}"/>
    <dgm:cxn modelId="{7182D811-6C0A-4AB0-A2FF-4E4B427A09F2}" type="presOf" srcId="{5736ED8C-17FF-4567-8312-679C156E7F78}" destId="{020BB78A-B3D4-4015-BE91-C61C67A7088D}" srcOrd="0" destOrd="0" presId="urn:microsoft.com/office/officeart/2018/2/layout/IconCircleList"/>
    <dgm:cxn modelId="{6D260F24-DD75-4572-A8E8-C59DF1CC823E}" srcId="{C39A03C0-42DE-4567-8FFA-7367CD1985F3}" destId="{78AB504E-CA04-4A52-85E2-72ED19357BB1}" srcOrd="1" destOrd="0" parTransId="{472A2558-8163-4EFC-9B52-286E42C9C32C}" sibTransId="{E812FFDC-5F36-4D68-8407-427109FBC90E}"/>
    <dgm:cxn modelId="{CD58F539-4972-4FB6-93A3-D526A3196CD6}" type="presOf" srcId="{61D23C9E-0AD4-4F8C-89F6-07B6C517C9D9}" destId="{EA864C19-8056-4B0E-8B0D-AEBB68701A28}" srcOrd="0" destOrd="0" presId="urn:microsoft.com/office/officeart/2018/2/layout/IconCircleList"/>
    <dgm:cxn modelId="{2FC39D3A-5E73-45CC-B732-694179A178F6}" type="presOf" srcId="{78AB504E-CA04-4A52-85E2-72ED19357BB1}" destId="{1AFA56DB-CD5F-4BD8-A6F2-80A2398140A7}" srcOrd="0" destOrd="0" presId="urn:microsoft.com/office/officeart/2018/2/layout/IconCircleList"/>
    <dgm:cxn modelId="{B219566A-80BC-4852-8CEB-C24A8379AB99}" srcId="{C39A03C0-42DE-4567-8FFA-7367CD1985F3}" destId="{00709B4A-DE50-4A62-B9B3-2BD13D5C73DF}" srcOrd="3" destOrd="0" parTransId="{6F4B0E11-B134-4CB2-93B9-84281E042837}" sibTransId="{F60B3FA1-64F9-403A-AD58-C806D2D692A6}"/>
    <dgm:cxn modelId="{83C8234D-204E-46C5-AEFD-6C2E0996D05F}" type="presOf" srcId="{00709B4A-DE50-4A62-B9B3-2BD13D5C73DF}" destId="{49FBA44B-4049-49AE-8426-AB788BB9F7C2}" srcOrd="0" destOrd="0" presId="urn:microsoft.com/office/officeart/2018/2/layout/IconCircleList"/>
    <dgm:cxn modelId="{8C852E54-C01C-4B09-AE27-97859C01CADD}" type="presOf" srcId="{9B4019EB-CE79-444A-BA6C-9B79B8F62A01}" destId="{CA5A4258-2F82-427A-B926-D4F6C04AA33A}" srcOrd="0" destOrd="0" presId="urn:microsoft.com/office/officeart/2018/2/layout/IconCircleList"/>
    <dgm:cxn modelId="{87B39A82-215F-4555-BB09-6A55D77B51FF}" type="presOf" srcId="{E812FFDC-5F36-4D68-8407-427109FBC90E}" destId="{E6FFD84E-C344-4685-AB5C-D8A1133D9803}" srcOrd="0" destOrd="0" presId="urn:microsoft.com/office/officeart/2018/2/layout/IconCircleList"/>
    <dgm:cxn modelId="{4802A195-CA73-4500-9F9B-820B5EE12212}" srcId="{C39A03C0-42DE-4567-8FFA-7367CD1985F3}" destId="{5736ED8C-17FF-4567-8312-679C156E7F78}" srcOrd="0" destOrd="0" parTransId="{97A7DD00-5005-49F6-ACF9-134C55103B1E}" sibTransId="{9B4019EB-CE79-444A-BA6C-9B79B8F62A01}"/>
    <dgm:cxn modelId="{B10267DC-1D3D-46E9-B727-3D05DE51DAEE}" type="presOf" srcId="{C39A03C0-42DE-4567-8FFA-7367CD1985F3}" destId="{D8EFF073-03A9-487F-8CD2-6E2E6C12D57E}" srcOrd="0" destOrd="0" presId="urn:microsoft.com/office/officeart/2018/2/layout/IconCircleList"/>
    <dgm:cxn modelId="{0CE5BEEE-BA74-4325-AE7E-20AB1E992480}" type="presOf" srcId="{13A1EEB2-FB8F-4FF5-84CC-84ECDD3FD55A}" destId="{8CD378F1-0337-4CC6-A405-97E5CF65FCC7}" srcOrd="0" destOrd="0" presId="urn:microsoft.com/office/officeart/2018/2/layout/IconCircleList"/>
    <dgm:cxn modelId="{D236EFCF-B206-4AD1-A28F-FBCFE2E8140E}" type="presParOf" srcId="{D8EFF073-03A9-487F-8CD2-6E2E6C12D57E}" destId="{8DAA6DE3-3D13-44E0-B856-5A9E79429A46}" srcOrd="0" destOrd="0" presId="urn:microsoft.com/office/officeart/2018/2/layout/IconCircleList"/>
    <dgm:cxn modelId="{E3745FFA-7509-4066-B94F-4F449AC5509B}" type="presParOf" srcId="{8DAA6DE3-3D13-44E0-B856-5A9E79429A46}" destId="{3302DE7A-1B81-43AC-93ED-CD1EF87DF5E0}" srcOrd="0" destOrd="0" presId="urn:microsoft.com/office/officeart/2018/2/layout/IconCircleList"/>
    <dgm:cxn modelId="{628EA944-53CE-4101-82D9-129BCA40C35A}" type="presParOf" srcId="{3302DE7A-1B81-43AC-93ED-CD1EF87DF5E0}" destId="{FD729F3C-F234-48B4-A7AE-BC87B5831510}" srcOrd="0" destOrd="0" presId="urn:microsoft.com/office/officeart/2018/2/layout/IconCircleList"/>
    <dgm:cxn modelId="{FB97B6B4-3132-4231-BF9B-AABF9A0D51FE}" type="presParOf" srcId="{3302DE7A-1B81-43AC-93ED-CD1EF87DF5E0}" destId="{71458282-086C-4BA6-9DEC-134647E5CE0B}" srcOrd="1" destOrd="0" presId="urn:microsoft.com/office/officeart/2018/2/layout/IconCircleList"/>
    <dgm:cxn modelId="{AA6F5B43-781F-4477-8A8C-5ED725F9C812}" type="presParOf" srcId="{3302DE7A-1B81-43AC-93ED-CD1EF87DF5E0}" destId="{4BF5C1E4-416E-4CD3-87AB-8E1A352A79E9}" srcOrd="2" destOrd="0" presId="urn:microsoft.com/office/officeart/2018/2/layout/IconCircleList"/>
    <dgm:cxn modelId="{FB4CCB5C-CC9E-4336-9683-F320EBB5A1C0}" type="presParOf" srcId="{3302DE7A-1B81-43AC-93ED-CD1EF87DF5E0}" destId="{020BB78A-B3D4-4015-BE91-C61C67A7088D}" srcOrd="3" destOrd="0" presId="urn:microsoft.com/office/officeart/2018/2/layout/IconCircleList"/>
    <dgm:cxn modelId="{9DF045AB-A904-4AC1-A172-12F47490AA28}" type="presParOf" srcId="{8DAA6DE3-3D13-44E0-B856-5A9E79429A46}" destId="{CA5A4258-2F82-427A-B926-D4F6C04AA33A}" srcOrd="1" destOrd="0" presId="urn:microsoft.com/office/officeart/2018/2/layout/IconCircleList"/>
    <dgm:cxn modelId="{80B04106-EC02-4A98-B26D-C4FF2E71C385}" type="presParOf" srcId="{8DAA6DE3-3D13-44E0-B856-5A9E79429A46}" destId="{E80C6CF8-9A06-447A-8164-3F936E5B98D4}" srcOrd="2" destOrd="0" presId="urn:microsoft.com/office/officeart/2018/2/layout/IconCircleList"/>
    <dgm:cxn modelId="{EF481B3E-88DC-42C8-993A-7CF61E3B186D}" type="presParOf" srcId="{E80C6CF8-9A06-447A-8164-3F936E5B98D4}" destId="{743EE434-09A3-4BF7-A7BC-96CE43123BA0}" srcOrd="0" destOrd="0" presId="urn:microsoft.com/office/officeart/2018/2/layout/IconCircleList"/>
    <dgm:cxn modelId="{DCB7AFC9-3660-45EE-90B4-9A5025BCA246}" type="presParOf" srcId="{E80C6CF8-9A06-447A-8164-3F936E5B98D4}" destId="{C53EB5AD-C427-4C6B-9DE9-2757E7AC9FD9}" srcOrd="1" destOrd="0" presId="urn:microsoft.com/office/officeart/2018/2/layout/IconCircleList"/>
    <dgm:cxn modelId="{E5F2D383-3CAB-4F53-A273-9B978CEAA044}" type="presParOf" srcId="{E80C6CF8-9A06-447A-8164-3F936E5B98D4}" destId="{D5A1CA97-EB39-4C83-853A-4164D1B6D809}" srcOrd="2" destOrd="0" presId="urn:microsoft.com/office/officeart/2018/2/layout/IconCircleList"/>
    <dgm:cxn modelId="{A5776072-6240-454D-94EE-90EEB06AD04B}" type="presParOf" srcId="{E80C6CF8-9A06-447A-8164-3F936E5B98D4}" destId="{1AFA56DB-CD5F-4BD8-A6F2-80A2398140A7}" srcOrd="3" destOrd="0" presId="urn:microsoft.com/office/officeart/2018/2/layout/IconCircleList"/>
    <dgm:cxn modelId="{0CD86B7D-73BF-4EDC-B780-55EFB573F2F9}" type="presParOf" srcId="{8DAA6DE3-3D13-44E0-B856-5A9E79429A46}" destId="{E6FFD84E-C344-4685-AB5C-D8A1133D9803}" srcOrd="3" destOrd="0" presId="urn:microsoft.com/office/officeart/2018/2/layout/IconCircleList"/>
    <dgm:cxn modelId="{3C17C63D-0386-4C8F-BFBD-E81FB1674036}" type="presParOf" srcId="{8DAA6DE3-3D13-44E0-B856-5A9E79429A46}" destId="{2A6ACA1B-F55D-465A-B3BA-F2FFE727D4B1}" srcOrd="4" destOrd="0" presId="urn:microsoft.com/office/officeart/2018/2/layout/IconCircleList"/>
    <dgm:cxn modelId="{43D83B59-8975-4870-B825-11CC679E8622}" type="presParOf" srcId="{2A6ACA1B-F55D-465A-B3BA-F2FFE727D4B1}" destId="{50B34A3C-5402-4E6E-8D65-C310846ABC1F}" srcOrd="0" destOrd="0" presId="urn:microsoft.com/office/officeart/2018/2/layout/IconCircleList"/>
    <dgm:cxn modelId="{E55926DB-AF62-4D11-8A4E-E4B76A2CA87F}" type="presParOf" srcId="{2A6ACA1B-F55D-465A-B3BA-F2FFE727D4B1}" destId="{8EBE3569-E2C4-456E-9117-58673CB512AC}" srcOrd="1" destOrd="0" presId="urn:microsoft.com/office/officeart/2018/2/layout/IconCircleList"/>
    <dgm:cxn modelId="{F29A2C95-74B8-4F0C-85A1-B3DD813E822F}" type="presParOf" srcId="{2A6ACA1B-F55D-465A-B3BA-F2FFE727D4B1}" destId="{C7A3765A-A663-4E06-AB21-BF76685167EC}" srcOrd="2" destOrd="0" presId="urn:microsoft.com/office/officeart/2018/2/layout/IconCircleList"/>
    <dgm:cxn modelId="{F3315374-C0A8-493D-B55A-997BB1969C6A}" type="presParOf" srcId="{2A6ACA1B-F55D-465A-B3BA-F2FFE727D4B1}" destId="{EA864C19-8056-4B0E-8B0D-AEBB68701A28}" srcOrd="3" destOrd="0" presId="urn:microsoft.com/office/officeart/2018/2/layout/IconCircleList"/>
    <dgm:cxn modelId="{CAFEA87D-4370-48A9-943B-E3B0D823C360}" type="presParOf" srcId="{8DAA6DE3-3D13-44E0-B856-5A9E79429A46}" destId="{8CD378F1-0337-4CC6-A405-97E5CF65FCC7}" srcOrd="5" destOrd="0" presId="urn:microsoft.com/office/officeart/2018/2/layout/IconCircleList"/>
    <dgm:cxn modelId="{2246DB3E-BC62-4AB9-BE6D-AC82340C755D}" type="presParOf" srcId="{8DAA6DE3-3D13-44E0-B856-5A9E79429A46}" destId="{83DF8140-86CC-4F48-BDD7-B99F7D56B7BF}" srcOrd="6" destOrd="0" presId="urn:microsoft.com/office/officeart/2018/2/layout/IconCircleList"/>
    <dgm:cxn modelId="{5E6763BA-1B23-480C-95A0-D2B0E7CA2C56}" type="presParOf" srcId="{83DF8140-86CC-4F48-BDD7-B99F7D56B7BF}" destId="{61710019-5C85-4BA8-BFA7-F0D4FC2CDB20}" srcOrd="0" destOrd="0" presId="urn:microsoft.com/office/officeart/2018/2/layout/IconCircleList"/>
    <dgm:cxn modelId="{56906FFC-765E-4DEC-9927-4286C9F79466}" type="presParOf" srcId="{83DF8140-86CC-4F48-BDD7-B99F7D56B7BF}" destId="{3F5B5B5A-14E3-4A82-93A6-A9BD37BB009F}" srcOrd="1" destOrd="0" presId="urn:microsoft.com/office/officeart/2018/2/layout/IconCircleList"/>
    <dgm:cxn modelId="{E5EDE232-BBEE-4DFC-8819-0421466E3DBE}" type="presParOf" srcId="{83DF8140-86CC-4F48-BDD7-B99F7D56B7BF}" destId="{028D4681-E3AF-4444-B073-DAFA6B40EAD8}" srcOrd="2" destOrd="0" presId="urn:microsoft.com/office/officeart/2018/2/layout/IconCircleList"/>
    <dgm:cxn modelId="{752CC21C-7867-4997-A4ED-9F105DD8ECC3}" type="presParOf" srcId="{83DF8140-86CC-4F48-BDD7-B99F7D56B7BF}" destId="{49FBA44B-4049-49AE-8426-AB788BB9F7C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BF7E6D-4844-423E-B716-C8B3D8CCC273}" type="doc">
      <dgm:prSet loTypeId="urn:microsoft.com/office/officeart/2018/2/layout/IconCircleList" loCatId="icon" qsTypeId="urn:microsoft.com/office/officeart/2005/8/quickstyle/simple1" qsCatId="simple" csTypeId="urn:microsoft.com/office/officeart/2018/5/colors/Iconchunking_neutralbg_accent5_2" csCatId="accent5" phldr="1"/>
      <dgm:spPr/>
      <dgm:t>
        <a:bodyPr/>
        <a:lstStyle/>
        <a:p>
          <a:endParaRPr lang="en-US"/>
        </a:p>
      </dgm:t>
    </dgm:pt>
    <dgm:pt modelId="{83C680FF-3B28-4026-A612-14721BD67778}">
      <dgm:prSet/>
      <dgm:spPr>
        <a:effectLst>
          <a:outerShdw blurRad="50800" dist="38100" dir="2700000" algn="tl" rotWithShape="0">
            <a:prstClr val="black">
              <a:alpha val="40000"/>
            </a:prstClr>
          </a:outerShdw>
        </a:effectLst>
      </dgm:spPr>
      <dgm:t>
        <a:bodyPr/>
        <a:lstStyle/>
        <a:p>
          <a:pPr>
            <a:lnSpc>
              <a:spcPct val="100000"/>
            </a:lnSpc>
          </a:pPr>
          <a:r>
            <a:rPr lang="en-US" dirty="0"/>
            <a:t>Addresses a real, daily problem</a:t>
          </a:r>
        </a:p>
      </dgm:t>
    </dgm:pt>
    <dgm:pt modelId="{BDB4E758-9CA2-4C91-A02C-A2E2DE8764CC}" type="parTrans" cxnId="{BCEE299D-BD0E-4921-B363-B1E7FB322F05}">
      <dgm:prSet/>
      <dgm:spPr/>
      <dgm:t>
        <a:bodyPr/>
        <a:lstStyle/>
        <a:p>
          <a:endParaRPr lang="en-US"/>
        </a:p>
      </dgm:t>
    </dgm:pt>
    <dgm:pt modelId="{EFB3B92D-465E-4D30-ACE5-B5DE85003EE8}" type="sibTrans" cxnId="{BCEE299D-BD0E-4921-B363-B1E7FB322F05}">
      <dgm:prSet/>
      <dgm:spPr/>
      <dgm:t>
        <a:bodyPr/>
        <a:lstStyle/>
        <a:p>
          <a:pPr>
            <a:lnSpc>
              <a:spcPct val="100000"/>
            </a:lnSpc>
          </a:pPr>
          <a:endParaRPr lang="en-US"/>
        </a:p>
      </dgm:t>
    </dgm:pt>
    <dgm:pt modelId="{BF84BDE7-FA68-4BC6-A3D6-613E30630B90}">
      <dgm:prSet/>
      <dgm:spPr>
        <a:effectLst>
          <a:outerShdw blurRad="50800" dist="38100" dir="2700000" algn="tl" rotWithShape="0">
            <a:prstClr val="black">
              <a:alpha val="40000"/>
            </a:prstClr>
          </a:outerShdw>
        </a:effectLst>
      </dgm:spPr>
      <dgm:t>
        <a:bodyPr/>
        <a:lstStyle/>
        <a:p>
          <a:pPr>
            <a:lnSpc>
              <a:spcPct val="100000"/>
            </a:lnSpc>
          </a:pPr>
          <a:r>
            <a:rPr lang="en-US" dirty="0"/>
            <a:t>User-friendly and non-intrusive</a:t>
          </a:r>
        </a:p>
      </dgm:t>
    </dgm:pt>
    <dgm:pt modelId="{02CF6346-DEFA-4767-A8DB-C67E3C2BF9BC}" type="parTrans" cxnId="{227F8EF0-7424-4E56-B709-1331F428F7E2}">
      <dgm:prSet/>
      <dgm:spPr/>
      <dgm:t>
        <a:bodyPr/>
        <a:lstStyle/>
        <a:p>
          <a:endParaRPr lang="en-US"/>
        </a:p>
      </dgm:t>
    </dgm:pt>
    <dgm:pt modelId="{9377C188-79A0-408D-A6D2-6BC0886E90D8}" type="sibTrans" cxnId="{227F8EF0-7424-4E56-B709-1331F428F7E2}">
      <dgm:prSet/>
      <dgm:spPr/>
      <dgm:t>
        <a:bodyPr/>
        <a:lstStyle/>
        <a:p>
          <a:pPr>
            <a:lnSpc>
              <a:spcPct val="100000"/>
            </a:lnSpc>
          </a:pPr>
          <a:endParaRPr lang="en-US"/>
        </a:p>
      </dgm:t>
    </dgm:pt>
    <dgm:pt modelId="{2704EFC8-AC3C-43E8-8D50-CA0E08C44BE0}">
      <dgm:prSet/>
      <dgm:spPr>
        <a:effectLst>
          <a:outerShdw blurRad="50800" dist="38100" dir="2700000" algn="tl" rotWithShape="0">
            <a:prstClr val="black">
              <a:alpha val="40000"/>
            </a:prstClr>
          </a:outerShdw>
        </a:effectLst>
      </dgm:spPr>
      <dgm:t>
        <a:bodyPr/>
        <a:lstStyle/>
        <a:p>
          <a:pPr>
            <a:lnSpc>
              <a:spcPct val="100000"/>
            </a:lnSpc>
          </a:pPr>
          <a:r>
            <a:rPr lang="en-US" dirty="0"/>
            <a:t>Encourages healthier posture habits</a:t>
          </a:r>
        </a:p>
      </dgm:t>
    </dgm:pt>
    <dgm:pt modelId="{0E8D6B3C-DA73-4FD4-84BC-649606BE6780}" type="parTrans" cxnId="{3AF356B7-711E-4959-8925-0AA726C5ED89}">
      <dgm:prSet/>
      <dgm:spPr/>
      <dgm:t>
        <a:bodyPr/>
        <a:lstStyle/>
        <a:p>
          <a:endParaRPr lang="en-US"/>
        </a:p>
      </dgm:t>
    </dgm:pt>
    <dgm:pt modelId="{7EFDF8B7-D889-4D82-9C75-8C8158BE088B}" type="sibTrans" cxnId="{3AF356B7-711E-4959-8925-0AA726C5ED89}">
      <dgm:prSet/>
      <dgm:spPr/>
      <dgm:t>
        <a:bodyPr/>
        <a:lstStyle/>
        <a:p>
          <a:pPr>
            <a:lnSpc>
              <a:spcPct val="100000"/>
            </a:lnSpc>
          </a:pPr>
          <a:endParaRPr lang="en-US"/>
        </a:p>
      </dgm:t>
    </dgm:pt>
    <dgm:pt modelId="{009679B8-A5C3-4E2F-B0F4-0129F2BBE197}">
      <dgm:prSet/>
      <dgm:spPr>
        <a:effectLst>
          <a:outerShdw blurRad="50800" dist="38100" dir="2700000" algn="tl" rotWithShape="0">
            <a:prstClr val="black">
              <a:alpha val="40000"/>
            </a:prstClr>
          </a:outerShdw>
        </a:effectLst>
      </dgm:spPr>
      <dgm:t>
        <a:bodyPr/>
        <a:lstStyle/>
        <a:p>
          <a:pPr>
            <a:lnSpc>
              <a:spcPct val="100000"/>
            </a:lnSpc>
          </a:pPr>
          <a:r>
            <a:rPr lang="en-US" dirty="0"/>
            <a:t>Designed for the modern office job</a:t>
          </a:r>
        </a:p>
      </dgm:t>
    </dgm:pt>
    <dgm:pt modelId="{D04B1386-F26E-41B6-884D-233AB92DF7C8}" type="sibTrans" cxnId="{6D326FC2-F030-495C-820C-35A56F10D353}">
      <dgm:prSet/>
      <dgm:spPr/>
      <dgm:t>
        <a:bodyPr/>
        <a:lstStyle/>
        <a:p>
          <a:endParaRPr lang="en-US"/>
        </a:p>
      </dgm:t>
    </dgm:pt>
    <dgm:pt modelId="{D05DBD8D-900B-47B3-9E8E-417533EB8DD4}" type="parTrans" cxnId="{6D326FC2-F030-495C-820C-35A56F10D353}">
      <dgm:prSet/>
      <dgm:spPr/>
      <dgm:t>
        <a:bodyPr/>
        <a:lstStyle/>
        <a:p>
          <a:endParaRPr lang="en-US"/>
        </a:p>
      </dgm:t>
    </dgm:pt>
    <dgm:pt modelId="{56EA557E-0FEF-421A-B7C7-8590A08E897E}" type="pres">
      <dgm:prSet presAssocID="{E0BF7E6D-4844-423E-B716-C8B3D8CCC273}" presName="root" presStyleCnt="0">
        <dgm:presLayoutVars>
          <dgm:dir/>
          <dgm:resizeHandles val="exact"/>
        </dgm:presLayoutVars>
      </dgm:prSet>
      <dgm:spPr/>
    </dgm:pt>
    <dgm:pt modelId="{9C25D369-8658-4E04-AD06-CF922A0C29FB}" type="pres">
      <dgm:prSet presAssocID="{E0BF7E6D-4844-423E-B716-C8B3D8CCC273}" presName="container" presStyleCnt="0">
        <dgm:presLayoutVars>
          <dgm:dir/>
          <dgm:resizeHandles val="exact"/>
        </dgm:presLayoutVars>
      </dgm:prSet>
      <dgm:spPr/>
    </dgm:pt>
    <dgm:pt modelId="{2CD2381C-199A-4F37-A96E-295ECB9095BF}" type="pres">
      <dgm:prSet presAssocID="{83C680FF-3B28-4026-A612-14721BD67778}" presName="compNode" presStyleCnt="0"/>
      <dgm:spPr/>
    </dgm:pt>
    <dgm:pt modelId="{FBFE2BC6-9B44-498B-945D-4876CDD97D55}" type="pres">
      <dgm:prSet presAssocID="{83C680FF-3B28-4026-A612-14721BD67778}" presName="iconBgRect" presStyleLbl="bgShp" presStyleIdx="0" presStyleCnt="4"/>
      <dgm:spPr/>
    </dgm:pt>
    <dgm:pt modelId="{5601E991-2B52-49EC-8B7E-5AF917D93823}" type="pres">
      <dgm:prSet presAssocID="{83C680FF-3B28-4026-A612-14721BD67778}"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Question mark with solid fill"/>
        </a:ext>
      </dgm:extLst>
    </dgm:pt>
    <dgm:pt modelId="{1F8C3FEB-24EE-4139-A0B3-011FFDAC959D}" type="pres">
      <dgm:prSet presAssocID="{83C680FF-3B28-4026-A612-14721BD67778}" presName="spaceRect" presStyleCnt="0"/>
      <dgm:spPr/>
    </dgm:pt>
    <dgm:pt modelId="{F3B44A0E-4EE4-4075-A988-CD83185EF378}" type="pres">
      <dgm:prSet presAssocID="{83C680FF-3B28-4026-A612-14721BD67778}" presName="textRect" presStyleLbl="revTx" presStyleIdx="0" presStyleCnt="4">
        <dgm:presLayoutVars>
          <dgm:chMax val="1"/>
          <dgm:chPref val="1"/>
        </dgm:presLayoutVars>
      </dgm:prSet>
      <dgm:spPr/>
    </dgm:pt>
    <dgm:pt modelId="{DF4A2947-B39D-4D69-B9A8-3D9DE00D9001}" type="pres">
      <dgm:prSet presAssocID="{EFB3B92D-465E-4D30-ACE5-B5DE85003EE8}" presName="sibTrans" presStyleLbl="sibTrans2D1" presStyleIdx="0" presStyleCnt="0"/>
      <dgm:spPr/>
    </dgm:pt>
    <dgm:pt modelId="{E1EE34DC-0490-4FE0-AC07-FE3260619500}" type="pres">
      <dgm:prSet presAssocID="{BF84BDE7-FA68-4BC6-A3D6-613E30630B90}" presName="compNode" presStyleCnt="0"/>
      <dgm:spPr/>
    </dgm:pt>
    <dgm:pt modelId="{A5EB29A6-C0A5-4B17-A025-3C8260597497}" type="pres">
      <dgm:prSet presAssocID="{BF84BDE7-FA68-4BC6-A3D6-613E30630B90}" presName="iconBgRect" presStyleLbl="bgShp" presStyleIdx="1" presStyleCnt="4"/>
      <dgm:spPr/>
    </dgm:pt>
    <dgm:pt modelId="{54D8A2AD-395F-4E6E-A9E0-E99400975EFE}" type="pres">
      <dgm:prSet presAssocID="{BF84BDE7-FA68-4BC6-A3D6-613E30630B9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Hand"/>
        </a:ext>
      </dgm:extLst>
    </dgm:pt>
    <dgm:pt modelId="{6542365C-3941-4196-AD66-53D87458B109}" type="pres">
      <dgm:prSet presAssocID="{BF84BDE7-FA68-4BC6-A3D6-613E30630B90}" presName="spaceRect" presStyleCnt="0"/>
      <dgm:spPr/>
    </dgm:pt>
    <dgm:pt modelId="{CD6A4F3A-BFE8-45BC-A3AF-A90FCEBADE0B}" type="pres">
      <dgm:prSet presAssocID="{BF84BDE7-FA68-4BC6-A3D6-613E30630B90}" presName="textRect" presStyleLbl="revTx" presStyleIdx="1" presStyleCnt="4">
        <dgm:presLayoutVars>
          <dgm:chMax val="1"/>
          <dgm:chPref val="1"/>
        </dgm:presLayoutVars>
      </dgm:prSet>
      <dgm:spPr/>
    </dgm:pt>
    <dgm:pt modelId="{A5910225-5AEC-4467-9365-B31834CD5526}" type="pres">
      <dgm:prSet presAssocID="{9377C188-79A0-408D-A6D2-6BC0886E90D8}" presName="sibTrans" presStyleLbl="sibTrans2D1" presStyleIdx="0" presStyleCnt="0"/>
      <dgm:spPr/>
    </dgm:pt>
    <dgm:pt modelId="{2DA73934-C72F-4281-A8C8-F1628D6CBC4C}" type="pres">
      <dgm:prSet presAssocID="{2704EFC8-AC3C-43E8-8D50-CA0E08C44BE0}" presName="compNode" presStyleCnt="0"/>
      <dgm:spPr/>
    </dgm:pt>
    <dgm:pt modelId="{5D6FDD5B-BFB0-4F7E-8038-8B003EC74DAF}" type="pres">
      <dgm:prSet presAssocID="{2704EFC8-AC3C-43E8-8D50-CA0E08C44BE0}" presName="iconBgRect" presStyleLbl="bgShp" presStyleIdx="2" presStyleCnt="4"/>
      <dgm:spPr/>
    </dgm:pt>
    <dgm:pt modelId="{21DBE59D-73A3-4D00-8FC5-E5146C097A57}" type="pres">
      <dgm:prSet presAssocID="{2704EFC8-AC3C-43E8-8D50-CA0E08C44BE0}"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Medical with solid fill"/>
        </a:ext>
      </dgm:extLst>
    </dgm:pt>
    <dgm:pt modelId="{A060BE97-BCBC-49DF-9EB9-426F197BC815}" type="pres">
      <dgm:prSet presAssocID="{2704EFC8-AC3C-43E8-8D50-CA0E08C44BE0}" presName="spaceRect" presStyleCnt="0"/>
      <dgm:spPr/>
    </dgm:pt>
    <dgm:pt modelId="{7CE2178D-C0A9-4ED8-B2F3-9F0697D9D7D8}" type="pres">
      <dgm:prSet presAssocID="{2704EFC8-AC3C-43E8-8D50-CA0E08C44BE0}" presName="textRect" presStyleLbl="revTx" presStyleIdx="2" presStyleCnt="4">
        <dgm:presLayoutVars>
          <dgm:chMax val="1"/>
          <dgm:chPref val="1"/>
        </dgm:presLayoutVars>
      </dgm:prSet>
      <dgm:spPr/>
    </dgm:pt>
    <dgm:pt modelId="{1DAD4D3C-45F1-4962-9F70-674FB09BB1C9}" type="pres">
      <dgm:prSet presAssocID="{7EFDF8B7-D889-4D82-9C75-8C8158BE088B}" presName="sibTrans" presStyleLbl="sibTrans2D1" presStyleIdx="0" presStyleCnt="0"/>
      <dgm:spPr/>
    </dgm:pt>
    <dgm:pt modelId="{D50A633D-74DF-4E80-8772-851E6C0EB848}" type="pres">
      <dgm:prSet presAssocID="{009679B8-A5C3-4E2F-B0F4-0129F2BBE197}" presName="compNode" presStyleCnt="0"/>
      <dgm:spPr/>
    </dgm:pt>
    <dgm:pt modelId="{44A2BCF2-90DF-48B8-91E2-8D390D8D28CF}" type="pres">
      <dgm:prSet presAssocID="{009679B8-A5C3-4E2F-B0F4-0129F2BBE197}" presName="iconBgRect" presStyleLbl="bgShp" presStyleIdx="3" presStyleCnt="4"/>
      <dgm:spPr/>
    </dgm:pt>
    <dgm:pt modelId="{4096A36F-8535-4012-8733-69C1CAC474EF}" type="pres">
      <dgm:prSet presAssocID="{009679B8-A5C3-4E2F-B0F4-0129F2BBE197}"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Work from home desk with solid fill"/>
        </a:ext>
      </dgm:extLst>
    </dgm:pt>
    <dgm:pt modelId="{280141BA-E62B-463B-B849-4B731BDF11B2}" type="pres">
      <dgm:prSet presAssocID="{009679B8-A5C3-4E2F-B0F4-0129F2BBE197}" presName="spaceRect" presStyleCnt="0"/>
      <dgm:spPr/>
    </dgm:pt>
    <dgm:pt modelId="{AADFA664-8F7B-4A41-9102-D54F3C8F3BD9}" type="pres">
      <dgm:prSet presAssocID="{009679B8-A5C3-4E2F-B0F4-0129F2BBE197}" presName="textRect" presStyleLbl="revTx" presStyleIdx="3" presStyleCnt="4">
        <dgm:presLayoutVars>
          <dgm:chMax val="1"/>
          <dgm:chPref val="1"/>
        </dgm:presLayoutVars>
      </dgm:prSet>
      <dgm:spPr/>
    </dgm:pt>
  </dgm:ptLst>
  <dgm:cxnLst>
    <dgm:cxn modelId="{1BD91304-9340-4062-B3E5-838166CD256A}" type="presOf" srcId="{EFB3B92D-465E-4D30-ACE5-B5DE85003EE8}" destId="{DF4A2947-B39D-4D69-B9A8-3D9DE00D9001}" srcOrd="0" destOrd="0" presId="urn:microsoft.com/office/officeart/2018/2/layout/IconCircleList"/>
    <dgm:cxn modelId="{3DCBC90F-3D59-4D6E-A01C-B7488FECFE73}" type="presOf" srcId="{83C680FF-3B28-4026-A612-14721BD67778}" destId="{F3B44A0E-4EE4-4075-A988-CD83185EF378}" srcOrd="0" destOrd="0" presId="urn:microsoft.com/office/officeart/2018/2/layout/IconCircleList"/>
    <dgm:cxn modelId="{9F5FBD2F-E870-4CA8-9903-1A6E5E6F963C}" type="presOf" srcId="{009679B8-A5C3-4E2F-B0F4-0129F2BBE197}" destId="{AADFA664-8F7B-4A41-9102-D54F3C8F3BD9}" srcOrd="0" destOrd="0" presId="urn:microsoft.com/office/officeart/2018/2/layout/IconCircleList"/>
    <dgm:cxn modelId="{A8ABE068-7816-46EA-9B87-9649365AED15}" type="presOf" srcId="{9377C188-79A0-408D-A6D2-6BC0886E90D8}" destId="{A5910225-5AEC-4467-9365-B31834CD5526}" srcOrd="0" destOrd="0" presId="urn:microsoft.com/office/officeart/2018/2/layout/IconCircleList"/>
    <dgm:cxn modelId="{780D2856-50A5-46BD-AA3D-5BC4F33FEA5F}" type="presOf" srcId="{7EFDF8B7-D889-4D82-9C75-8C8158BE088B}" destId="{1DAD4D3C-45F1-4962-9F70-674FB09BB1C9}" srcOrd="0" destOrd="0" presId="urn:microsoft.com/office/officeart/2018/2/layout/IconCircleList"/>
    <dgm:cxn modelId="{ADA7B679-E9C2-41FC-99FD-A77592FBF360}" type="presOf" srcId="{BF84BDE7-FA68-4BC6-A3D6-613E30630B90}" destId="{CD6A4F3A-BFE8-45BC-A3AF-A90FCEBADE0B}" srcOrd="0" destOrd="0" presId="urn:microsoft.com/office/officeart/2018/2/layout/IconCircleList"/>
    <dgm:cxn modelId="{BCEE299D-BD0E-4921-B363-B1E7FB322F05}" srcId="{E0BF7E6D-4844-423E-B716-C8B3D8CCC273}" destId="{83C680FF-3B28-4026-A612-14721BD67778}" srcOrd="0" destOrd="0" parTransId="{BDB4E758-9CA2-4C91-A02C-A2E2DE8764CC}" sibTransId="{EFB3B92D-465E-4D30-ACE5-B5DE85003EE8}"/>
    <dgm:cxn modelId="{3AF356B7-711E-4959-8925-0AA726C5ED89}" srcId="{E0BF7E6D-4844-423E-B716-C8B3D8CCC273}" destId="{2704EFC8-AC3C-43E8-8D50-CA0E08C44BE0}" srcOrd="2" destOrd="0" parTransId="{0E8D6B3C-DA73-4FD4-84BC-649606BE6780}" sibTransId="{7EFDF8B7-D889-4D82-9C75-8C8158BE088B}"/>
    <dgm:cxn modelId="{6D326FC2-F030-495C-820C-35A56F10D353}" srcId="{E0BF7E6D-4844-423E-B716-C8B3D8CCC273}" destId="{009679B8-A5C3-4E2F-B0F4-0129F2BBE197}" srcOrd="3" destOrd="0" parTransId="{D05DBD8D-900B-47B3-9E8E-417533EB8DD4}" sibTransId="{D04B1386-F26E-41B6-884D-233AB92DF7C8}"/>
    <dgm:cxn modelId="{23F35DCC-7E8A-417C-BAF8-A817525D9620}" type="presOf" srcId="{2704EFC8-AC3C-43E8-8D50-CA0E08C44BE0}" destId="{7CE2178D-C0A9-4ED8-B2F3-9F0697D9D7D8}" srcOrd="0" destOrd="0" presId="urn:microsoft.com/office/officeart/2018/2/layout/IconCircleList"/>
    <dgm:cxn modelId="{952ABED5-5D4F-4A78-A203-1A7EFD66E48F}" type="presOf" srcId="{E0BF7E6D-4844-423E-B716-C8B3D8CCC273}" destId="{56EA557E-0FEF-421A-B7C7-8590A08E897E}" srcOrd="0" destOrd="0" presId="urn:microsoft.com/office/officeart/2018/2/layout/IconCircleList"/>
    <dgm:cxn modelId="{227F8EF0-7424-4E56-B709-1331F428F7E2}" srcId="{E0BF7E6D-4844-423E-B716-C8B3D8CCC273}" destId="{BF84BDE7-FA68-4BC6-A3D6-613E30630B90}" srcOrd="1" destOrd="0" parTransId="{02CF6346-DEFA-4767-A8DB-C67E3C2BF9BC}" sibTransId="{9377C188-79A0-408D-A6D2-6BC0886E90D8}"/>
    <dgm:cxn modelId="{0CB6893A-77C4-4A7C-80FB-5E0EFB62F0A2}" type="presParOf" srcId="{56EA557E-0FEF-421A-B7C7-8590A08E897E}" destId="{9C25D369-8658-4E04-AD06-CF922A0C29FB}" srcOrd="0" destOrd="0" presId="urn:microsoft.com/office/officeart/2018/2/layout/IconCircleList"/>
    <dgm:cxn modelId="{120C5702-32AC-47F2-9BB4-A777750B0117}" type="presParOf" srcId="{9C25D369-8658-4E04-AD06-CF922A0C29FB}" destId="{2CD2381C-199A-4F37-A96E-295ECB9095BF}" srcOrd="0" destOrd="0" presId="urn:microsoft.com/office/officeart/2018/2/layout/IconCircleList"/>
    <dgm:cxn modelId="{7F196114-F9B4-471E-85D5-02B1D71AE098}" type="presParOf" srcId="{2CD2381C-199A-4F37-A96E-295ECB9095BF}" destId="{FBFE2BC6-9B44-498B-945D-4876CDD97D55}" srcOrd="0" destOrd="0" presId="urn:microsoft.com/office/officeart/2018/2/layout/IconCircleList"/>
    <dgm:cxn modelId="{02313FF3-EC52-443C-8F72-31E91AD01E89}" type="presParOf" srcId="{2CD2381C-199A-4F37-A96E-295ECB9095BF}" destId="{5601E991-2B52-49EC-8B7E-5AF917D93823}" srcOrd="1" destOrd="0" presId="urn:microsoft.com/office/officeart/2018/2/layout/IconCircleList"/>
    <dgm:cxn modelId="{7DA15ED1-A106-4495-A423-36BAF55F8EB0}" type="presParOf" srcId="{2CD2381C-199A-4F37-A96E-295ECB9095BF}" destId="{1F8C3FEB-24EE-4139-A0B3-011FFDAC959D}" srcOrd="2" destOrd="0" presId="urn:microsoft.com/office/officeart/2018/2/layout/IconCircleList"/>
    <dgm:cxn modelId="{93A32EEE-CBD2-4E91-822A-4582CBA7142F}" type="presParOf" srcId="{2CD2381C-199A-4F37-A96E-295ECB9095BF}" destId="{F3B44A0E-4EE4-4075-A988-CD83185EF378}" srcOrd="3" destOrd="0" presId="urn:microsoft.com/office/officeart/2018/2/layout/IconCircleList"/>
    <dgm:cxn modelId="{2716C081-7B28-4F84-9DA8-8E0230A66F90}" type="presParOf" srcId="{9C25D369-8658-4E04-AD06-CF922A0C29FB}" destId="{DF4A2947-B39D-4D69-B9A8-3D9DE00D9001}" srcOrd="1" destOrd="0" presId="urn:microsoft.com/office/officeart/2018/2/layout/IconCircleList"/>
    <dgm:cxn modelId="{AFF76769-3C9A-4614-AB06-E093A61D59E1}" type="presParOf" srcId="{9C25D369-8658-4E04-AD06-CF922A0C29FB}" destId="{E1EE34DC-0490-4FE0-AC07-FE3260619500}" srcOrd="2" destOrd="0" presId="urn:microsoft.com/office/officeart/2018/2/layout/IconCircleList"/>
    <dgm:cxn modelId="{24068A09-BCB0-4219-ABB4-359567614F9A}" type="presParOf" srcId="{E1EE34DC-0490-4FE0-AC07-FE3260619500}" destId="{A5EB29A6-C0A5-4B17-A025-3C8260597497}" srcOrd="0" destOrd="0" presId="urn:microsoft.com/office/officeart/2018/2/layout/IconCircleList"/>
    <dgm:cxn modelId="{3E2C7598-4699-4458-9BC1-C799FA246880}" type="presParOf" srcId="{E1EE34DC-0490-4FE0-AC07-FE3260619500}" destId="{54D8A2AD-395F-4E6E-A9E0-E99400975EFE}" srcOrd="1" destOrd="0" presId="urn:microsoft.com/office/officeart/2018/2/layout/IconCircleList"/>
    <dgm:cxn modelId="{E706F2BB-1F49-4C76-8A8F-FB8E6909BEFA}" type="presParOf" srcId="{E1EE34DC-0490-4FE0-AC07-FE3260619500}" destId="{6542365C-3941-4196-AD66-53D87458B109}" srcOrd="2" destOrd="0" presId="urn:microsoft.com/office/officeart/2018/2/layout/IconCircleList"/>
    <dgm:cxn modelId="{A010BDDD-49A4-4D6A-BEFF-785E3911E5EA}" type="presParOf" srcId="{E1EE34DC-0490-4FE0-AC07-FE3260619500}" destId="{CD6A4F3A-BFE8-45BC-A3AF-A90FCEBADE0B}" srcOrd="3" destOrd="0" presId="urn:microsoft.com/office/officeart/2018/2/layout/IconCircleList"/>
    <dgm:cxn modelId="{ED38C682-6E0F-463F-82A8-537B3CE72DA8}" type="presParOf" srcId="{9C25D369-8658-4E04-AD06-CF922A0C29FB}" destId="{A5910225-5AEC-4467-9365-B31834CD5526}" srcOrd="3" destOrd="0" presId="urn:microsoft.com/office/officeart/2018/2/layout/IconCircleList"/>
    <dgm:cxn modelId="{BE714905-4D42-4189-A41D-73766C429123}" type="presParOf" srcId="{9C25D369-8658-4E04-AD06-CF922A0C29FB}" destId="{2DA73934-C72F-4281-A8C8-F1628D6CBC4C}" srcOrd="4" destOrd="0" presId="urn:microsoft.com/office/officeart/2018/2/layout/IconCircleList"/>
    <dgm:cxn modelId="{5081D72A-F73D-41F7-8856-0BEB450B13CC}" type="presParOf" srcId="{2DA73934-C72F-4281-A8C8-F1628D6CBC4C}" destId="{5D6FDD5B-BFB0-4F7E-8038-8B003EC74DAF}" srcOrd="0" destOrd="0" presId="urn:microsoft.com/office/officeart/2018/2/layout/IconCircleList"/>
    <dgm:cxn modelId="{E3DD4204-8B46-442B-B641-D3C6F5738130}" type="presParOf" srcId="{2DA73934-C72F-4281-A8C8-F1628D6CBC4C}" destId="{21DBE59D-73A3-4D00-8FC5-E5146C097A57}" srcOrd="1" destOrd="0" presId="urn:microsoft.com/office/officeart/2018/2/layout/IconCircleList"/>
    <dgm:cxn modelId="{7C5BEC9E-78BB-431F-8540-A64786B79AB1}" type="presParOf" srcId="{2DA73934-C72F-4281-A8C8-F1628D6CBC4C}" destId="{A060BE97-BCBC-49DF-9EB9-426F197BC815}" srcOrd="2" destOrd="0" presId="urn:microsoft.com/office/officeart/2018/2/layout/IconCircleList"/>
    <dgm:cxn modelId="{2D4B3821-8FEA-43C3-A74E-9C4FA18FC526}" type="presParOf" srcId="{2DA73934-C72F-4281-A8C8-F1628D6CBC4C}" destId="{7CE2178D-C0A9-4ED8-B2F3-9F0697D9D7D8}" srcOrd="3" destOrd="0" presId="urn:microsoft.com/office/officeart/2018/2/layout/IconCircleList"/>
    <dgm:cxn modelId="{655C77A3-8D98-4CE0-B3EF-6732BCE59F27}" type="presParOf" srcId="{9C25D369-8658-4E04-AD06-CF922A0C29FB}" destId="{1DAD4D3C-45F1-4962-9F70-674FB09BB1C9}" srcOrd="5" destOrd="0" presId="urn:microsoft.com/office/officeart/2018/2/layout/IconCircleList"/>
    <dgm:cxn modelId="{8AA400F5-C53F-4B7A-80CE-1B8FB89288CE}" type="presParOf" srcId="{9C25D369-8658-4E04-AD06-CF922A0C29FB}" destId="{D50A633D-74DF-4E80-8772-851E6C0EB848}" srcOrd="6" destOrd="0" presId="urn:microsoft.com/office/officeart/2018/2/layout/IconCircleList"/>
    <dgm:cxn modelId="{0C610DBB-9192-4DC7-9E76-EFA4D77D5278}" type="presParOf" srcId="{D50A633D-74DF-4E80-8772-851E6C0EB848}" destId="{44A2BCF2-90DF-48B8-91E2-8D390D8D28CF}" srcOrd="0" destOrd="0" presId="urn:microsoft.com/office/officeart/2018/2/layout/IconCircleList"/>
    <dgm:cxn modelId="{993E62C7-2CA4-4873-9D3E-02B6DCF5D58E}" type="presParOf" srcId="{D50A633D-74DF-4E80-8772-851E6C0EB848}" destId="{4096A36F-8535-4012-8733-69C1CAC474EF}" srcOrd="1" destOrd="0" presId="urn:microsoft.com/office/officeart/2018/2/layout/IconCircleList"/>
    <dgm:cxn modelId="{437B01B6-F26D-45D6-BD4E-D7971ED81684}" type="presParOf" srcId="{D50A633D-74DF-4E80-8772-851E6C0EB848}" destId="{280141BA-E62B-463B-B849-4B731BDF11B2}" srcOrd="2" destOrd="0" presId="urn:microsoft.com/office/officeart/2018/2/layout/IconCircleList"/>
    <dgm:cxn modelId="{AC9A6EF2-7EEC-40FE-B115-23F23879F6F7}" type="presParOf" srcId="{D50A633D-74DF-4E80-8772-851E6C0EB848}" destId="{AADFA664-8F7B-4A41-9102-D54F3C8F3BD9}"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3F69D7-BDFA-4E58-93B6-534612E1172D}">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89A06D-413D-445B-95F4-5BE5922DAF3A}">
      <dsp:nvSpPr>
        <dsp:cNvPr id="0" name=""/>
        <dsp:cNvSpPr/>
      </dsp:nvSpPr>
      <dsp:spPr>
        <a:xfrm>
          <a:off x="871091" y="1096370"/>
          <a:ext cx="829671" cy="82967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069094-DC80-4998-9C7F-FD721B0C13E0}">
      <dsp:nvSpPr>
        <dsp:cNvPr id="0" name=""/>
        <dsp:cNvSpPr/>
      </dsp:nvSpPr>
      <dsp:spPr>
        <a:xfrm>
          <a:off x="100682" y="2684598"/>
          <a:ext cx="2370489" cy="720000"/>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dirty="0">
              <a:solidFill>
                <a:schemeClr val="tx1"/>
              </a:solidFill>
            </a:rPr>
            <a:t>Calibration sessions through the app</a:t>
          </a:r>
        </a:p>
      </dsp:txBody>
      <dsp:txXfrm>
        <a:off x="100682" y="2684598"/>
        <a:ext cx="2370489" cy="720000"/>
      </dsp:txXfrm>
    </dsp:sp>
    <dsp:sp modelId="{F498F14A-58CA-45EB-97FB-B3928F9B6D36}">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92B7DE-F156-4F25-A0A2-BED506D7F392}">
      <dsp:nvSpPr>
        <dsp:cNvPr id="0" name=""/>
        <dsp:cNvSpPr/>
      </dsp:nvSpPr>
      <dsp:spPr>
        <a:xfrm>
          <a:off x="3656416" y="1096370"/>
          <a:ext cx="829671" cy="82967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3ECF40-4A46-4FCC-A0C2-7CB69D2924A0}">
      <dsp:nvSpPr>
        <dsp:cNvPr id="0" name=""/>
        <dsp:cNvSpPr/>
      </dsp:nvSpPr>
      <dsp:spPr>
        <a:xfrm>
          <a:off x="2886007" y="2684598"/>
          <a:ext cx="2370489" cy="720000"/>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dirty="0">
              <a:solidFill>
                <a:schemeClr val="tx1"/>
              </a:solidFill>
            </a:rPr>
            <a:t>Visual history and trends of posture</a:t>
          </a:r>
        </a:p>
      </dsp:txBody>
      <dsp:txXfrm>
        <a:off x="2886007" y="2684598"/>
        <a:ext cx="2370489" cy="720000"/>
      </dsp:txXfrm>
    </dsp:sp>
    <dsp:sp modelId="{8E6F3AB8-E2C2-4478-BCBA-0F3C94E58E35}">
      <dsp:nvSpPr>
        <dsp:cNvPr id="0" name=""/>
        <dsp:cNvSpPr/>
      </dsp:nvSpPr>
      <dsp:spPr>
        <a:xfrm>
          <a:off x="6133577" y="788206"/>
          <a:ext cx="1445998" cy="1445998"/>
        </a:xfrm>
        <a:prstGeom prst="ellipse">
          <a:avLst/>
        </a:prstGeom>
        <a:solidFill>
          <a:srgbClr val="FF0000"/>
        </a:solidFill>
        <a:ln>
          <a:noFill/>
        </a:ln>
        <a:effectLst/>
      </dsp:spPr>
      <dsp:style>
        <a:lnRef idx="0">
          <a:scrgbClr r="0" g="0" b="0"/>
        </a:lnRef>
        <a:fillRef idx="1">
          <a:scrgbClr r="0" g="0" b="0"/>
        </a:fillRef>
        <a:effectRef idx="0">
          <a:scrgbClr r="0" g="0" b="0"/>
        </a:effectRef>
        <a:fontRef idx="minor"/>
      </dsp:style>
    </dsp:sp>
    <dsp:sp modelId="{24FF7CA4-1CDE-4FD1-9651-93941575B6BB}">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2B73F3-8295-447A-8CFF-B4C4364A7E89}">
      <dsp:nvSpPr>
        <dsp:cNvPr id="0" name=""/>
        <dsp:cNvSpPr/>
      </dsp:nvSpPr>
      <dsp:spPr>
        <a:xfrm>
          <a:off x="5671332" y="2684598"/>
          <a:ext cx="2370489" cy="720000"/>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dirty="0">
              <a:solidFill>
                <a:schemeClr val="tx1"/>
              </a:solidFill>
            </a:rPr>
            <a:t>Adjust alert behaviors</a:t>
          </a:r>
        </a:p>
      </dsp:txBody>
      <dsp:txXfrm>
        <a:off x="5671332" y="2684598"/>
        <a:ext cx="2370489" cy="720000"/>
      </dsp:txXfrm>
    </dsp:sp>
    <dsp:sp modelId="{9F4BCFC7-1BFF-404D-B577-BB7C81F60A8B}">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F31C07-9E8F-4971-ACC6-A9704C746320}">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912A72-4625-4FE6-A49C-6D41C7C4F975}">
      <dsp:nvSpPr>
        <dsp:cNvPr id="0" name=""/>
        <dsp:cNvSpPr/>
      </dsp:nvSpPr>
      <dsp:spPr>
        <a:xfrm>
          <a:off x="8456657" y="2684598"/>
          <a:ext cx="2370489" cy="720000"/>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dirty="0">
              <a:solidFill>
                <a:schemeClr val="tx1"/>
              </a:solidFill>
            </a:rPr>
            <a:t>Android only currently</a:t>
          </a:r>
        </a:p>
      </dsp:txBody>
      <dsp:txXfrm>
        <a:off x="8456657" y="2684598"/>
        <a:ext cx="237048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729F3C-F234-48B4-A7AE-BC87B5831510}">
      <dsp:nvSpPr>
        <dsp:cNvPr id="0" name=""/>
        <dsp:cNvSpPr/>
      </dsp:nvSpPr>
      <dsp:spPr>
        <a:xfrm>
          <a:off x="2593" y="609690"/>
          <a:ext cx="963317" cy="963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458282-086C-4BA6-9DEC-134647E5CE0B}">
      <dsp:nvSpPr>
        <dsp:cNvPr id="0" name=""/>
        <dsp:cNvSpPr/>
      </dsp:nvSpPr>
      <dsp:spPr>
        <a:xfrm>
          <a:off x="204890" y="811986"/>
          <a:ext cx="558723" cy="5587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0BB78A-B3D4-4015-BE91-C61C67A7088D}">
      <dsp:nvSpPr>
        <dsp:cNvPr id="0" name=""/>
        <dsp:cNvSpPr/>
      </dsp:nvSpPr>
      <dsp:spPr>
        <a:xfrm>
          <a:off x="1172336" y="609690"/>
          <a:ext cx="2270675" cy="963317"/>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Bluetooth &amp; Wi-Fi standards (IEEE 802.11 / 802.15)</a:t>
          </a:r>
        </a:p>
      </dsp:txBody>
      <dsp:txXfrm>
        <a:off x="1172336" y="609690"/>
        <a:ext cx="2270675" cy="963317"/>
      </dsp:txXfrm>
    </dsp:sp>
    <dsp:sp modelId="{743EE434-09A3-4BF7-A7BC-96CE43123BA0}">
      <dsp:nvSpPr>
        <dsp:cNvPr id="0" name=""/>
        <dsp:cNvSpPr/>
      </dsp:nvSpPr>
      <dsp:spPr>
        <a:xfrm>
          <a:off x="3838660" y="609690"/>
          <a:ext cx="963317" cy="963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3EB5AD-C427-4C6B-9DE9-2757E7AC9FD9}">
      <dsp:nvSpPr>
        <dsp:cNvPr id="0" name=""/>
        <dsp:cNvSpPr/>
      </dsp:nvSpPr>
      <dsp:spPr>
        <a:xfrm>
          <a:off x="4040956" y="811986"/>
          <a:ext cx="558723" cy="5587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FA56DB-CD5F-4BD8-A6F2-80A2398140A7}">
      <dsp:nvSpPr>
        <dsp:cNvPr id="0" name=""/>
        <dsp:cNvSpPr/>
      </dsp:nvSpPr>
      <dsp:spPr>
        <a:xfrm>
          <a:off x="5008402" y="609690"/>
          <a:ext cx="2270675" cy="963317"/>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ARM CMSIS for embedded development</a:t>
          </a:r>
        </a:p>
      </dsp:txBody>
      <dsp:txXfrm>
        <a:off x="5008402" y="609690"/>
        <a:ext cx="2270675" cy="963317"/>
      </dsp:txXfrm>
    </dsp:sp>
    <dsp:sp modelId="{50B34A3C-5402-4E6E-8D65-C310846ABC1F}">
      <dsp:nvSpPr>
        <dsp:cNvPr id="0" name=""/>
        <dsp:cNvSpPr/>
      </dsp:nvSpPr>
      <dsp:spPr>
        <a:xfrm>
          <a:off x="2593" y="2217371"/>
          <a:ext cx="963317" cy="963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BE3569-E2C4-456E-9117-58673CB512AC}">
      <dsp:nvSpPr>
        <dsp:cNvPr id="0" name=""/>
        <dsp:cNvSpPr/>
      </dsp:nvSpPr>
      <dsp:spPr>
        <a:xfrm>
          <a:off x="204890" y="2419668"/>
          <a:ext cx="558723" cy="5587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864C19-8056-4B0E-8B0D-AEBB68701A28}">
      <dsp:nvSpPr>
        <dsp:cNvPr id="0" name=""/>
        <dsp:cNvSpPr/>
      </dsp:nvSpPr>
      <dsp:spPr>
        <a:xfrm>
          <a:off x="1172336" y="2217371"/>
          <a:ext cx="2270675" cy="963317"/>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Structured software and documentation</a:t>
          </a:r>
        </a:p>
      </dsp:txBody>
      <dsp:txXfrm>
        <a:off x="1172336" y="2217371"/>
        <a:ext cx="2270675" cy="963317"/>
      </dsp:txXfrm>
    </dsp:sp>
    <dsp:sp modelId="{61710019-5C85-4BA8-BFA7-F0D4FC2CDB20}">
      <dsp:nvSpPr>
        <dsp:cNvPr id="0" name=""/>
        <dsp:cNvSpPr/>
      </dsp:nvSpPr>
      <dsp:spPr>
        <a:xfrm>
          <a:off x="3838660" y="2217371"/>
          <a:ext cx="963317" cy="96331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5B5B5A-14E3-4A82-93A6-A9BD37BB009F}">
      <dsp:nvSpPr>
        <dsp:cNvPr id="0" name=""/>
        <dsp:cNvSpPr/>
      </dsp:nvSpPr>
      <dsp:spPr>
        <a:xfrm>
          <a:off x="4040956" y="2419668"/>
          <a:ext cx="558723" cy="5587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FBA44B-4049-49AE-8426-AB788BB9F7C2}">
      <dsp:nvSpPr>
        <dsp:cNvPr id="0" name=""/>
        <dsp:cNvSpPr/>
      </dsp:nvSpPr>
      <dsp:spPr>
        <a:xfrm>
          <a:off x="5008402" y="2217371"/>
          <a:ext cx="2270675" cy="963317"/>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Electrical safety &amp; EMC principles</a:t>
          </a:r>
        </a:p>
      </dsp:txBody>
      <dsp:txXfrm>
        <a:off x="5008402" y="2217371"/>
        <a:ext cx="2270675" cy="9633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FE2BC6-9B44-498B-945D-4876CDD97D55}">
      <dsp:nvSpPr>
        <dsp:cNvPr id="0" name=""/>
        <dsp:cNvSpPr/>
      </dsp:nvSpPr>
      <dsp:spPr>
        <a:xfrm>
          <a:off x="212335" y="470390"/>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01E991-2B52-49EC-8B7E-5AF917D93823}">
      <dsp:nvSpPr>
        <dsp:cNvPr id="0" name=""/>
        <dsp:cNvSpPr/>
      </dsp:nvSpPr>
      <dsp:spPr>
        <a:xfrm>
          <a:off x="492877" y="750932"/>
          <a:ext cx="774830" cy="77483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B44A0E-4EE4-4075-A988-CD83185EF378}">
      <dsp:nvSpPr>
        <dsp:cNvPr id="0" name=""/>
        <dsp:cNvSpPr/>
      </dsp:nvSpPr>
      <dsp:spPr>
        <a:xfrm>
          <a:off x="1834517" y="470390"/>
          <a:ext cx="3148942" cy="1335915"/>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Addresses a real, daily problem</a:t>
          </a:r>
        </a:p>
      </dsp:txBody>
      <dsp:txXfrm>
        <a:off x="1834517" y="470390"/>
        <a:ext cx="3148942" cy="1335915"/>
      </dsp:txXfrm>
    </dsp:sp>
    <dsp:sp modelId="{A5EB29A6-C0A5-4B17-A025-3C8260597497}">
      <dsp:nvSpPr>
        <dsp:cNvPr id="0" name=""/>
        <dsp:cNvSpPr/>
      </dsp:nvSpPr>
      <dsp:spPr>
        <a:xfrm>
          <a:off x="5532139" y="470390"/>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D8A2AD-395F-4E6E-A9E0-E99400975EFE}">
      <dsp:nvSpPr>
        <dsp:cNvPr id="0" name=""/>
        <dsp:cNvSpPr/>
      </dsp:nvSpPr>
      <dsp:spPr>
        <a:xfrm>
          <a:off x="5812681" y="7509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6A4F3A-BFE8-45BC-A3AF-A90FCEBADE0B}">
      <dsp:nvSpPr>
        <dsp:cNvPr id="0" name=""/>
        <dsp:cNvSpPr/>
      </dsp:nvSpPr>
      <dsp:spPr>
        <a:xfrm>
          <a:off x="7154322" y="470390"/>
          <a:ext cx="3148942" cy="1335915"/>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User-friendly and non-intrusive</a:t>
          </a:r>
        </a:p>
      </dsp:txBody>
      <dsp:txXfrm>
        <a:off x="7154322" y="470390"/>
        <a:ext cx="3148942" cy="1335915"/>
      </dsp:txXfrm>
    </dsp:sp>
    <dsp:sp modelId="{5D6FDD5B-BFB0-4F7E-8038-8B003EC74DAF}">
      <dsp:nvSpPr>
        <dsp:cNvPr id="0" name=""/>
        <dsp:cNvSpPr/>
      </dsp:nvSpPr>
      <dsp:spPr>
        <a:xfrm>
          <a:off x="212335" y="2546238"/>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DBE59D-73A3-4D00-8FC5-E5146C097A57}">
      <dsp:nvSpPr>
        <dsp:cNvPr id="0" name=""/>
        <dsp:cNvSpPr/>
      </dsp:nvSpPr>
      <dsp:spPr>
        <a:xfrm>
          <a:off x="492877" y="2826780"/>
          <a:ext cx="774830" cy="77483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E2178D-C0A9-4ED8-B2F3-9F0697D9D7D8}">
      <dsp:nvSpPr>
        <dsp:cNvPr id="0" name=""/>
        <dsp:cNvSpPr/>
      </dsp:nvSpPr>
      <dsp:spPr>
        <a:xfrm>
          <a:off x="1834517" y="2546238"/>
          <a:ext cx="3148942" cy="1335915"/>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Encourages healthier posture habits</a:t>
          </a:r>
        </a:p>
      </dsp:txBody>
      <dsp:txXfrm>
        <a:off x="1834517" y="2546238"/>
        <a:ext cx="3148942" cy="1335915"/>
      </dsp:txXfrm>
    </dsp:sp>
    <dsp:sp modelId="{44A2BCF2-90DF-48B8-91E2-8D390D8D28CF}">
      <dsp:nvSpPr>
        <dsp:cNvPr id="0" name=""/>
        <dsp:cNvSpPr/>
      </dsp:nvSpPr>
      <dsp:spPr>
        <a:xfrm>
          <a:off x="5532139" y="2546238"/>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96A36F-8535-4012-8733-69C1CAC474EF}">
      <dsp:nvSpPr>
        <dsp:cNvPr id="0" name=""/>
        <dsp:cNvSpPr/>
      </dsp:nvSpPr>
      <dsp:spPr>
        <a:xfrm>
          <a:off x="5812681" y="2826780"/>
          <a:ext cx="774830" cy="774830"/>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DFA664-8F7B-4A41-9102-D54F3C8F3BD9}">
      <dsp:nvSpPr>
        <dsp:cNvPr id="0" name=""/>
        <dsp:cNvSpPr/>
      </dsp:nvSpPr>
      <dsp:spPr>
        <a:xfrm>
          <a:off x="7154322" y="2546238"/>
          <a:ext cx="3148942" cy="1335915"/>
        </a:xfrm>
        <a:prstGeom prst="rect">
          <a:avLst/>
        </a:prstGeom>
        <a:noFill/>
        <a:ln>
          <a:noFill/>
        </a:ln>
        <a:effectLst>
          <a:outerShdw blurRad="50800" dist="38100" dir="2700000" algn="tl" rotWithShape="0">
            <a:prstClr val="black">
              <a:alpha val="40000"/>
            </a:prstClr>
          </a:outerShdw>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Designed for the modern office job</a:t>
          </a:r>
        </a:p>
      </dsp:txBody>
      <dsp:txXfrm>
        <a:off x="7154322" y="2546238"/>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F35EF9-A841-4868-A6F9-67EFCCE28360}"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34D929-B50F-406C-BF06-82824B052EF1}" type="slidenum">
              <a:rPr lang="en-US" smtClean="0"/>
              <a:t>‹#›</a:t>
            </a:fld>
            <a:endParaRPr lang="en-US"/>
          </a:p>
        </p:txBody>
      </p:sp>
    </p:spTree>
    <p:extLst>
      <p:ext uri="{BB962C8B-B14F-4D97-AF65-F5344CB8AC3E}">
        <p14:creationId xmlns:p14="http://schemas.microsoft.com/office/powerpoint/2010/main" val="242743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r>
              <a:rPr lang="en-US" baseline="30000" dirty="0"/>
              <a:t>st</a:t>
            </a:r>
            <a:r>
              <a:rPr lang="en-US" dirty="0"/>
              <a:t> slide; introduction of the team</a:t>
            </a:r>
          </a:p>
        </p:txBody>
      </p:sp>
      <p:sp>
        <p:nvSpPr>
          <p:cNvPr id="4" name="Slide Number Placeholder 3"/>
          <p:cNvSpPr>
            <a:spLocks noGrp="1"/>
          </p:cNvSpPr>
          <p:nvPr>
            <p:ph type="sldNum" sz="quarter" idx="5"/>
          </p:nvPr>
        </p:nvSpPr>
        <p:spPr/>
        <p:txBody>
          <a:bodyPr/>
          <a:lstStyle/>
          <a:p>
            <a:fld id="{0D34D929-B50F-406C-BF06-82824B052EF1}" type="slidenum">
              <a:rPr lang="en-US" smtClean="0"/>
              <a:t>1</a:t>
            </a:fld>
            <a:endParaRPr lang="en-US"/>
          </a:p>
        </p:txBody>
      </p:sp>
    </p:spTree>
    <p:extLst>
      <p:ext uri="{BB962C8B-B14F-4D97-AF65-F5344CB8AC3E}">
        <p14:creationId xmlns:p14="http://schemas.microsoft.com/office/powerpoint/2010/main" val="629145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about the problem briefly, a small joke to light up the mood.</a:t>
            </a:r>
            <a:br>
              <a:rPr lang="en-US" dirty="0"/>
            </a:br>
            <a:r>
              <a:rPr lang="en-US" dirty="0"/>
              <a:t>Always make it light, engaging, and not too forced.</a:t>
            </a:r>
            <a:br>
              <a:rPr lang="en-US" dirty="0"/>
            </a:br>
            <a:r>
              <a:rPr lang="en-US" dirty="0"/>
              <a:t>Ex: “a lot of us nowadays suffer from low back pain, but why is that?” and then go the 2</a:t>
            </a:r>
            <a:r>
              <a:rPr lang="en-US" baseline="30000" dirty="0"/>
              <a:t>nd</a:t>
            </a:r>
            <a:r>
              <a:rPr lang="en-US" dirty="0"/>
              <a:t> slide, show this statistic and its link to office jobs and posture, reveal the punchline without talking about it giving the audience a sense of control when the speaker leaves it to the audience to read.</a:t>
            </a:r>
          </a:p>
        </p:txBody>
      </p:sp>
      <p:sp>
        <p:nvSpPr>
          <p:cNvPr id="4" name="Slide Number Placeholder 3"/>
          <p:cNvSpPr>
            <a:spLocks noGrp="1"/>
          </p:cNvSpPr>
          <p:nvPr>
            <p:ph type="sldNum" sz="quarter" idx="5"/>
          </p:nvPr>
        </p:nvSpPr>
        <p:spPr/>
        <p:txBody>
          <a:bodyPr/>
          <a:lstStyle/>
          <a:p>
            <a:fld id="{0D34D929-B50F-406C-BF06-82824B052EF1}" type="slidenum">
              <a:rPr lang="en-US" smtClean="0"/>
              <a:t>2</a:t>
            </a:fld>
            <a:endParaRPr lang="en-US"/>
          </a:p>
        </p:txBody>
      </p:sp>
    </p:spTree>
    <p:extLst>
      <p:ext uri="{BB962C8B-B14F-4D97-AF65-F5344CB8AC3E}">
        <p14:creationId xmlns:p14="http://schemas.microsoft.com/office/powerpoint/2010/main" val="1083562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more on each bullet point, discuss how the market comes short when it comes to products like this, talk about the goal of the prototype, not too deep keep it light</a:t>
            </a:r>
          </a:p>
        </p:txBody>
      </p:sp>
      <p:sp>
        <p:nvSpPr>
          <p:cNvPr id="4" name="Slide Number Placeholder 3"/>
          <p:cNvSpPr>
            <a:spLocks noGrp="1"/>
          </p:cNvSpPr>
          <p:nvPr>
            <p:ph type="sldNum" sz="quarter" idx="5"/>
          </p:nvPr>
        </p:nvSpPr>
        <p:spPr/>
        <p:txBody>
          <a:bodyPr/>
          <a:lstStyle/>
          <a:p>
            <a:fld id="{0D34D929-B50F-406C-BF06-82824B052EF1}" type="slidenum">
              <a:rPr lang="en-US" smtClean="0"/>
              <a:t>3</a:t>
            </a:fld>
            <a:endParaRPr lang="en-US"/>
          </a:p>
        </p:txBody>
      </p:sp>
    </p:spTree>
    <p:extLst>
      <p:ext uri="{BB962C8B-B14F-4D97-AF65-F5344CB8AC3E}">
        <p14:creationId xmlns:p14="http://schemas.microsoft.com/office/powerpoint/2010/main" val="2680104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the process, sensors collect data, device analyzes the sent data, user gets an alert in case of deviation, all shows on the app showing habits and information about the day of your sitting. Also speak more about the alert thing, </a:t>
            </a:r>
            <a:r>
              <a:rPr lang="en-US" dirty="0" err="1"/>
              <a:t>cuz</a:t>
            </a:r>
            <a:r>
              <a:rPr lang="en-US" dirty="0"/>
              <a:t> we have a buzzer/vibration feedback to make sure that the idea isn’t too vague.</a:t>
            </a:r>
          </a:p>
        </p:txBody>
      </p:sp>
      <p:sp>
        <p:nvSpPr>
          <p:cNvPr id="4" name="Slide Number Placeholder 3"/>
          <p:cNvSpPr>
            <a:spLocks noGrp="1"/>
          </p:cNvSpPr>
          <p:nvPr>
            <p:ph type="sldNum" sz="quarter" idx="5"/>
          </p:nvPr>
        </p:nvSpPr>
        <p:spPr/>
        <p:txBody>
          <a:bodyPr/>
          <a:lstStyle/>
          <a:p>
            <a:fld id="{0D34D929-B50F-406C-BF06-82824B052EF1}" type="slidenum">
              <a:rPr lang="en-US" smtClean="0"/>
              <a:t>4</a:t>
            </a:fld>
            <a:endParaRPr lang="en-US"/>
          </a:p>
        </p:txBody>
      </p:sp>
    </p:spTree>
    <p:extLst>
      <p:ext uri="{BB962C8B-B14F-4D97-AF65-F5344CB8AC3E}">
        <p14:creationId xmlns:p14="http://schemas.microsoft.com/office/powerpoint/2010/main" val="2189242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5EA7-93DE-1A9D-18EC-D9134F121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5C0D7-AF94-D724-23EF-99574FA7B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32F1AF-B294-894F-2E37-3A58B44D5762}"/>
              </a:ext>
            </a:extLst>
          </p:cNvPr>
          <p:cNvSpPr>
            <a:spLocks noGrp="1"/>
          </p:cNvSpPr>
          <p:nvPr>
            <p:ph type="body" idx="1"/>
          </p:nvPr>
        </p:nvSpPr>
        <p:spPr/>
        <p:txBody>
          <a:bodyPr/>
          <a:lstStyle/>
          <a:p>
            <a:r>
              <a:rPr lang="en-US" dirty="0"/>
              <a:t>Jaba slide, talk about the circuit, how many volts we need, how many pins, why we use esp32, and most importantly voltage divider that allows the signal to move from the sensors to the stm32. explain the concept in a clear way to make the audience feel like they are also learning, getting something useful for their time besides only the project itself</a:t>
            </a:r>
          </a:p>
        </p:txBody>
      </p:sp>
      <p:sp>
        <p:nvSpPr>
          <p:cNvPr id="4" name="Slide Number Placeholder 3">
            <a:extLst>
              <a:ext uri="{FF2B5EF4-FFF2-40B4-BE49-F238E27FC236}">
                <a16:creationId xmlns:a16="http://schemas.microsoft.com/office/drawing/2014/main" id="{1F99A26A-FA7B-1EEF-BEAE-7B11791AB917}"/>
              </a:ext>
            </a:extLst>
          </p:cNvPr>
          <p:cNvSpPr>
            <a:spLocks noGrp="1"/>
          </p:cNvSpPr>
          <p:nvPr>
            <p:ph type="sldNum" sz="quarter" idx="5"/>
          </p:nvPr>
        </p:nvSpPr>
        <p:spPr/>
        <p:txBody>
          <a:bodyPr/>
          <a:lstStyle/>
          <a:p>
            <a:fld id="{0D34D929-B50F-406C-BF06-82824B052EF1}" type="slidenum">
              <a:rPr lang="en-US" smtClean="0"/>
              <a:t>5</a:t>
            </a:fld>
            <a:endParaRPr lang="en-US"/>
          </a:p>
        </p:txBody>
      </p:sp>
    </p:spTree>
    <p:extLst>
      <p:ext uri="{BB962C8B-B14F-4D97-AF65-F5344CB8AC3E}">
        <p14:creationId xmlns:p14="http://schemas.microsoft.com/office/powerpoint/2010/main" val="3738444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34D929-B50F-406C-BF06-82824B052EF1}" type="slidenum">
              <a:rPr lang="en-US" smtClean="0"/>
              <a:t>6</a:t>
            </a:fld>
            <a:endParaRPr lang="en-US"/>
          </a:p>
        </p:txBody>
      </p:sp>
    </p:spTree>
    <p:extLst>
      <p:ext uri="{BB962C8B-B14F-4D97-AF65-F5344CB8AC3E}">
        <p14:creationId xmlns:p14="http://schemas.microsoft.com/office/powerpoint/2010/main" val="910589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Gigi, talk about the calibration process, how the user adjusts their style of sitting in a way that the device is a perfect fit for all users and sitting methods. small illustration showing me or </a:t>
            </a:r>
            <a:r>
              <a:rPr lang="en-US" dirty="0" err="1"/>
              <a:t>jaba</a:t>
            </a:r>
            <a:r>
              <a:rPr lang="en-US" dirty="0"/>
              <a:t> sit on a chair in different styles and make believe calibrate button that shows the device’s way of knowing the posture, when it will give feedback, when it will not, and so on</a:t>
            </a:r>
          </a:p>
        </p:txBody>
      </p:sp>
      <p:sp>
        <p:nvSpPr>
          <p:cNvPr id="4" name="Slide Number Placeholder 3"/>
          <p:cNvSpPr>
            <a:spLocks noGrp="1"/>
          </p:cNvSpPr>
          <p:nvPr>
            <p:ph type="sldNum" sz="quarter" idx="5"/>
          </p:nvPr>
        </p:nvSpPr>
        <p:spPr/>
        <p:txBody>
          <a:bodyPr/>
          <a:lstStyle/>
          <a:p>
            <a:fld id="{0D34D929-B50F-406C-BF06-82824B052EF1}" type="slidenum">
              <a:rPr lang="en-US" smtClean="0"/>
              <a:t>7</a:t>
            </a:fld>
            <a:endParaRPr lang="en-US"/>
          </a:p>
        </p:txBody>
      </p:sp>
    </p:spTree>
    <p:extLst>
      <p:ext uri="{BB962C8B-B14F-4D97-AF65-F5344CB8AC3E}">
        <p14:creationId xmlns:p14="http://schemas.microsoft.com/office/powerpoint/2010/main" val="929837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thing here, just more details into the app, how it will be accessible, available on what platform,</a:t>
            </a:r>
          </a:p>
        </p:txBody>
      </p:sp>
      <p:sp>
        <p:nvSpPr>
          <p:cNvPr id="4" name="Slide Number Placeholder 3"/>
          <p:cNvSpPr>
            <a:spLocks noGrp="1"/>
          </p:cNvSpPr>
          <p:nvPr>
            <p:ph type="sldNum" sz="quarter" idx="5"/>
          </p:nvPr>
        </p:nvSpPr>
        <p:spPr/>
        <p:txBody>
          <a:bodyPr/>
          <a:lstStyle/>
          <a:p>
            <a:fld id="{0D34D929-B50F-406C-BF06-82824B052EF1}" type="slidenum">
              <a:rPr lang="en-US" smtClean="0"/>
              <a:t>8</a:t>
            </a:fld>
            <a:endParaRPr lang="en-US"/>
          </a:p>
        </p:txBody>
      </p:sp>
    </p:spTree>
    <p:extLst>
      <p:ext uri="{BB962C8B-B14F-4D97-AF65-F5344CB8AC3E}">
        <p14:creationId xmlns:p14="http://schemas.microsoft.com/office/powerpoint/2010/main" val="3530462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of the 3d model, explain the enclosure, what material we will potentially use, why we use it, also talk about the removable 3d printed pillow that prevents sensors from getting damaged, also the straps holding the enclosure</a:t>
            </a:r>
          </a:p>
        </p:txBody>
      </p:sp>
      <p:sp>
        <p:nvSpPr>
          <p:cNvPr id="4" name="Slide Number Placeholder 3"/>
          <p:cNvSpPr>
            <a:spLocks noGrp="1"/>
          </p:cNvSpPr>
          <p:nvPr>
            <p:ph type="sldNum" sz="quarter" idx="5"/>
          </p:nvPr>
        </p:nvSpPr>
        <p:spPr/>
        <p:txBody>
          <a:bodyPr/>
          <a:lstStyle/>
          <a:p>
            <a:fld id="{0D34D929-B50F-406C-BF06-82824B052EF1}" type="slidenum">
              <a:rPr lang="en-US" smtClean="0"/>
              <a:t>11</a:t>
            </a:fld>
            <a:endParaRPr lang="en-US"/>
          </a:p>
        </p:txBody>
      </p:sp>
    </p:spTree>
    <p:extLst>
      <p:ext uri="{BB962C8B-B14F-4D97-AF65-F5344CB8AC3E}">
        <p14:creationId xmlns:p14="http://schemas.microsoft.com/office/powerpoint/2010/main" val="3756788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34D929-B50F-406C-BF06-82824B052EF1}" type="slidenum">
              <a:rPr lang="en-US" smtClean="0"/>
              <a:t>12</a:t>
            </a:fld>
            <a:endParaRPr lang="en-US"/>
          </a:p>
        </p:txBody>
      </p:sp>
    </p:spTree>
    <p:extLst>
      <p:ext uri="{BB962C8B-B14F-4D97-AF65-F5344CB8AC3E}">
        <p14:creationId xmlns:p14="http://schemas.microsoft.com/office/powerpoint/2010/main" val="35064206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pretty straightforward, just refer to slide 2 for the statistic and it’s done</a:t>
            </a:r>
          </a:p>
        </p:txBody>
      </p:sp>
      <p:sp>
        <p:nvSpPr>
          <p:cNvPr id="4" name="Slide Number Placeholder 3"/>
          <p:cNvSpPr>
            <a:spLocks noGrp="1"/>
          </p:cNvSpPr>
          <p:nvPr>
            <p:ph type="sldNum" sz="quarter" idx="5"/>
          </p:nvPr>
        </p:nvSpPr>
        <p:spPr/>
        <p:txBody>
          <a:bodyPr/>
          <a:lstStyle/>
          <a:p>
            <a:fld id="{0D34D929-B50F-406C-BF06-82824B052EF1}" type="slidenum">
              <a:rPr lang="en-US" smtClean="0"/>
              <a:t>14</a:t>
            </a:fld>
            <a:endParaRPr lang="en-US"/>
          </a:p>
        </p:txBody>
      </p:sp>
    </p:spTree>
    <p:extLst>
      <p:ext uri="{BB962C8B-B14F-4D97-AF65-F5344CB8AC3E}">
        <p14:creationId xmlns:p14="http://schemas.microsoft.com/office/powerpoint/2010/main" val="1410614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nothing too fancy here either</a:t>
            </a:r>
          </a:p>
        </p:txBody>
      </p:sp>
      <p:sp>
        <p:nvSpPr>
          <p:cNvPr id="4" name="Slide Number Placeholder 3"/>
          <p:cNvSpPr>
            <a:spLocks noGrp="1"/>
          </p:cNvSpPr>
          <p:nvPr>
            <p:ph type="sldNum" sz="quarter" idx="5"/>
          </p:nvPr>
        </p:nvSpPr>
        <p:spPr/>
        <p:txBody>
          <a:bodyPr/>
          <a:lstStyle/>
          <a:p>
            <a:fld id="{0D34D929-B50F-406C-BF06-82824B052EF1}" type="slidenum">
              <a:rPr lang="en-US" smtClean="0"/>
              <a:t>15</a:t>
            </a:fld>
            <a:endParaRPr lang="en-US"/>
          </a:p>
        </p:txBody>
      </p:sp>
    </p:spTree>
    <p:extLst>
      <p:ext uri="{BB962C8B-B14F-4D97-AF65-F5344CB8AC3E}">
        <p14:creationId xmlns:p14="http://schemas.microsoft.com/office/powerpoint/2010/main" val="4090680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315C0F-C8E8-4B57-AB34-5811A7F84AB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987930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315C0F-C8E8-4B57-AB34-5811A7F84AB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709805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315C0F-C8E8-4B57-AB34-5811A7F84AB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1138211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315C0F-C8E8-4B57-AB34-5811A7F84ABF}"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2613300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315C0F-C8E8-4B57-AB34-5811A7F84ABF}"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3343407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315C0F-C8E8-4B57-AB34-5811A7F84ABF}"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4237244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315C0F-C8E8-4B57-AB34-5811A7F84ABF}"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467051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315C0F-C8E8-4B57-AB34-5811A7F84ABF}"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409375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315C0F-C8E8-4B57-AB34-5811A7F84ABF}"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1480086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315C0F-C8E8-4B57-AB34-5811A7F84AB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206417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315C0F-C8E8-4B57-AB34-5811A7F84ABF}"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9A04B4-06B8-43D1-BE6A-039B684F8C85}" type="slidenum">
              <a:rPr lang="en-US" smtClean="0"/>
              <a:t>‹#›</a:t>
            </a:fld>
            <a:endParaRPr lang="en-US"/>
          </a:p>
        </p:txBody>
      </p:sp>
    </p:spTree>
    <p:extLst>
      <p:ext uri="{BB962C8B-B14F-4D97-AF65-F5344CB8AC3E}">
        <p14:creationId xmlns:p14="http://schemas.microsoft.com/office/powerpoint/2010/main" val="3916518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D8315C0F-C8E8-4B57-AB34-5811A7F84ABF}" type="datetimeFigureOut">
              <a:rPr lang="en-US" smtClean="0"/>
              <a:t>2/12/2026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F29A04B4-06B8-43D1-BE6A-039B684F8C85}" type="slidenum">
              <a:rPr lang="en-US" smtClean="0"/>
              <a:t>‹#›</a:t>
            </a:fld>
            <a:endParaRPr lang="en-US"/>
          </a:p>
        </p:txBody>
      </p:sp>
    </p:spTree>
    <p:extLst>
      <p:ext uri="{BB962C8B-B14F-4D97-AF65-F5344CB8AC3E}">
        <p14:creationId xmlns:p14="http://schemas.microsoft.com/office/powerpoint/2010/main" val="4124926104"/>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7.sv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svg"/><Relationship Id="rId11" Type="http://schemas.openxmlformats.org/officeDocument/2006/relationships/image" Target="../media/image1.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useBgFill="1">
        <p:nvSpPr>
          <p:cNvPr id="1048" name="Rectangle 1047">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Freeform: Shape 1048">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A066EB7-D699-3D50-D5CE-BF27AB6BA9B8}"/>
              </a:ext>
            </a:extLst>
          </p:cNvPr>
          <p:cNvSpPr>
            <a:spLocks noGrp="1"/>
          </p:cNvSpPr>
          <p:nvPr>
            <p:ph type="ctrTitle"/>
          </p:nvPr>
        </p:nvSpPr>
        <p:spPr>
          <a:xfrm>
            <a:off x="643468" y="643467"/>
            <a:ext cx="6315116" cy="4567137"/>
          </a:xfrm>
          <a:effectLst>
            <a:outerShdw blurRad="50800" dist="38100" dir="2700000" algn="tl" rotWithShape="0">
              <a:prstClr val="black">
                <a:alpha val="40000"/>
              </a:prstClr>
            </a:outerShdw>
          </a:effectLst>
        </p:spPr>
        <p:txBody>
          <a:bodyPr>
            <a:normAutofit/>
          </a:bodyPr>
          <a:lstStyle/>
          <a:p>
            <a:pPr algn="l"/>
            <a:r>
              <a:rPr lang="en-US" sz="9600" dirty="0">
                <a:latin typeface="Selawik Semibold" panose="020B0702040204020203" pitchFamily="34" charset="0"/>
              </a:rPr>
              <a:t>P.P.A.M.S.</a:t>
            </a:r>
          </a:p>
        </p:txBody>
      </p:sp>
      <p:sp>
        <p:nvSpPr>
          <p:cNvPr id="3" name="Subtitle 2">
            <a:extLst>
              <a:ext uri="{FF2B5EF4-FFF2-40B4-BE49-F238E27FC236}">
                <a16:creationId xmlns:a16="http://schemas.microsoft.com/office/drawing/2014/main" id="{178CF0AD-541C-9472-D920-4F18D23703F9}"/>
              </a:ext>
            </a:extLst>
          </p:cNvPr>
          <p:cNvSpPr>
            <a:spLocks noGrp="1"/>
          </p:cNvSpPr>
          <p:nvPr>
            <p:ph type="subTitle" idx="1"/>
          </p:nvPr>
        </p:nvSpPr>
        <p:spPr>
          <a:xfrm>
            <a:off x="744051" y="5258808"/>
            <a:ext cx="4620584" cy="775494"/>
          </a:xfrm>
        </p:spPr>
        <p:txBody>
          <a:bodyPr>
            <a:normAutofit/>
          </a:bodyPr>
          <a:lstStyle/>
          <a:p>
            <a:pPr algn="l"/>
            <a:r>
              <a:rPr lang="en-US" sz="2000" dirty="0">
                <a:latin typeface="Selawik" panose="020B0502040204020203" pitchFamily="34" charset="0"/>
              </a:rPr>
              <a:t>Ilia State University</a:t>
            </a:r>
          </a:p>
          <a:p>
            <a:pPr algn="l"/>
            <a:r>
              <a:rPr lang="en-US" sz="2000" dirty="0">
                <a:latin typeface="Selawik" panose="020B0502040204020203" pitchFamily="34" charset="0"/>
              </a:rPr>
              <a:t>CE490A: Senior Design Project A</a:t>
            </a:r>
          </a:p>
        </p:txBody>
      </p:sp>
      <p:pic>
        <p:nvPicPr>
          <p:cNvPr id="1028" name="Picture 4">
            <a:extLst>
              <a:ext uri="{FF2B5EF4-FFF2-40B4-BE49-F238E27FC236}">
                <a16:creationId xmlns:a16="http://schemas.microsoft.com/office/drawing/2014/main" id="{2F2C33E8-483C-B7AA-FF9F-B544FB72EE5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161605" y="252671"/>
            <a:ext cx="773853" cy="781592"/>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descr="Users">
            <a:extLst>
              <a:ext uri="{FF2B5EF4-FFF2-40B4-BE49-F238E27FC236}">
                <a16:creationId xmlns:a16="http://schemas.microsoft.com/office/drawing/2014/main" id="{9E0D18DF-615E-93E3-7BF6-78C2EC9EF5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32557" y="3758918"/>
            <a:ext cx="1451686" cy="1451686"/>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9AFF7142-5649-A186-3FF2-D1AB3007DBF4}"/>
              </a:ext>
            </a:extLst>
          </p:cNvPr>
          <p:cNvSpPr txBox="1"/>
          <p:nvPr/>
        </p:nvSpPr>
        <p:spPr>
          <a:xfrm>
            <a:off x="8889367" y="5184890"/>
            <a:ext cx="2338066" cy="923330"/>
          </a:xfrm>
          <a:prstGeom prst="rect">
            <a:avLst/>
          </a:prstGeom>
          <a:noFill/>
          <a:effectLst>
            <a:outerShdw blurRad="50800" dist="38100" dir="2700000" algn="tl" rotWithShape="0">
              <a:prstClr val="black">
                <a:alpha val="40000"/>
              </a:prstClr>
            </a:outerShdw>
          </a:effectLst>
        </p:spPr>
        <p:txBody>
          <a:bodyPr wrap="square">
            <a:spAutoFit/>
          </a:bodyPr>
          <a:lstStyle/>
          <a:p>
            <a:pPr algn="ctr"/>
            <a:r>
              <a:rPr lang="en-US" dirty="0" err="1"/>
              <a:t>Jambuli</a:t>
            </a:r>
            <a:r>
              <a:rPr lang="en-US" dirty="0"/>
              <a:t> Chkhikvadze</a:t>
            </a:r>
          </a:p>
          <a:p>
            <a:pPr algn="ctr"/>
            <a:r>
              <a:rPr lang="en-US" dirty="0"/>
              <a:t>Samir Mansour</a:t>
            </a:r>
          </a:p>
          <a:p>
            <a:pPr algn="ctr"/>
            <a:r>
              <a:rPr lang="en-US" dirty="0"/>
              <a:t>Giorgi </a:t>
            </a:r>
            <a:r>
              <a:rPr lang="en-US" dirty="0" err="1"/>
              <a:t>Erkomaishvili</a:t>
            </a:r>
            <a:endParaRPr lang="en-US" dirty="0"/>
          </a:p>
        </p:txBody>
      </p:sp>
    </p:spTree>
    <p:extLst>
      <p:ext uri="{BB962C8B-B14F-4D97-AF65-F5344CB8AC3E}">
        <p14:creationId xmlns:p14="http://schemas.microsoft.com/office/powerpoint/2010/main" val="3269426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AE876-E116-F1CF-0806-6427CB26A128}"/>
              </a:ext>
            </a:extLst>
          </p:cNvPr>
          <p:cNvSpPr>
            <a:spLocks noGrp="1"/>
          </p:cNvSpPr>
          <p:nvPr>
            <p:ph type="title"/>
          </p:nvPr>
        </p:nvSpPr>
        <p:spPr>
          <a:xfrm>
            <a:off x="831850" y="2002631"/>
            <a:ext cx="4691495" cy="2852737"/>
          </a:xfrm>
          <a:effectLst>
            <a:outerShdw blurRad="50800" dist="38100" dir="2700000" algn="tl" rotWithShape="0">
              <a:prstClr val="black">
                <a:alpha val="40000"/>
              </a:prstClr>
            </a:outerShdw>
          </a:effectLst>
        </p:spPr>
        <p:txBody>
          <a:bodyPr>
            <a:normAutofit/>
          </a:bodyPr>
          <a:lstStyle/>
          <a:p>
            <a:r>
              <a:rPr lang="en-US" sz="4400" b="1" dirty="0">
                <a:latin typeface="Selawik" panose="020B0502040204020203" pitchFamily="34" charset="0"/>
              </a:rPr>
              <a:t>70-90%</a:t>
            </a:r>
            <a:r>
              <a:rPr lang="en-US" sz="4400" dirty="0">
                <a:latin typeface="Selawik" panose="020B0502040204020203" pitchFamily="34" charset="0"/>
              </a:rPr>
              <a:t> of people working office jobs experience low back pain!</a:t>
            </a:r>
          </a:p>
        </p:txBody>
      </p:sp>
      <p:pic>
        <p:nvPicPr>
          <p:cNvPr id="1026" name="Picture 2">
            <a:extLst>
              <a:ext uri="{FF2B5EF4-FFF2-40B4-BE49-F238E27FC236}">
                <a16:creationId xmlns:a16="http://schemas.microsoft.com/office/drawing/2014/main" id="{F7DF7F15-7B64-90A3-6290-DF9D2CFD7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1730" y="669789"/>
            <a:ext cx="5518420" cy="55184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red text on a black background&#10;&#10;AI-generated content may be incorrect.">
            <a:extLst>
              <a:ext uri="{FF2B5EF4-FFF2-40B4-BE49-F238E27FC236}">
                <a16:creationId xmlns:a16="http://schemas.microsoft.com/office/drawing/2014/main" id="{64A844D2-8E62-3134-B875-0E44DC420A7A}"/>
              </a:ext>
            </a:extLst>
          </p:cNvPr>
          <p:cNvPicPr>
            <a:picLocks noChangeAspect="1"/>
          </p:cNvPicPr>
          <p:nvPr/>
        </p:nvPicPr>
        <p:blipFill>
          <a:blip r:embed="rId4">
            <a:extLst>
              <a:ext uri="{28A0092B-C50C-407E-A947-70E740481C1C}">
                <a14:useLocalDpi xmlns:a14="http://schemas.microsoft.com/office/drawing/2010/main" val="0"/>
              </a:ext>
            </a:extLst>
          </a:blip>
          <a:srcRect l="7441" t="37434" r="7451" b="37287"/>
          <a:stretch>
            <a:fillRect/>
          </a:stretch>
        </p:blipFill>
        <p:spPr>
          <a:xfrm rot="21372922">
            <a:off x="8735045" y="5517002"/>
            <a:ext cx="2546402" cy="504342"/>
          </a:xfrm>
          <a:prstGeom prst="rect">
            <a:avLst/>
          </a:prstGeom>
        </p:spPr>
      </p:pic>
      <p:pic>
        <p:nvPicPr>
          <p:cNvPr id="3" name="Picture 4">
            <a:extLst>
              <a:ext uri="{FF2B5EF4-FFF2-40B4-BE49-F238E27FC236}">
                <a16:creationId xmlns:a16="http://schemas.microsoft.com/office/drawing/2014/main" id="{C1FBD345-7B25-555F-6CCF-97940466FC29}"/>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1161605" y="252671"/>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87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910F8E-5E96-5D10-1FFE-4707206ABB7A}"/>
              </a:ext>
            </a:extLst>
          </p:cNvPr>
          <p:cNvSpPr>
            <a:spLocks noGrp="1"/>
          </p:cNvSpPr>
          <p:nvPr>
            <p:ph type="title"/>
          </p:nvPr>
        </p:nvSpPr>
        <p:spPr>
          <a:xfrm>
            <a:off x="6657715" y="542378"/>
            <a:ext cx="4195674" cy="1644599"/>
          </a:xfrm>
          <a:effectLst>
            <a:outerShdw blurRad="50800" dist="38100" dir="2700000" algn="tl" rotWithShape="0">
              <a:prstClr val="black">
                <a:alpha val="40000"/>
              </a:prstClr>
            </a:outerShdw>
          </a:effectLst>
        </p:spPr>
        <p:txBody>
          <a:bodyPr anchor="b">
            <a:normAutofit/>
          </a:bodyPr>
          <a:lstStyle/>
          <a:p>
            <a:r>
              <a:rPr lang="en-US" sz="5600" dirty="0"/>
              <a:t>Our Solution? </a:t>
            </a:r>
            <a:r>
              <a:rPr lang="en-US" sz="5600" b="1" dirty="0"/>
              <a:t>PPAMS</a:t>
            </a:r>
          </a:p>
        </p:txBody>
      </p:sp>
      <p:sp>
        <p:nvSpPr>
          <p:cNvPr id="12" name="Oval 11">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5614C7C0-FA1D-4105-8345-1DF76F9870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2753" y="703679"/>
            <a:ext cx="753718" cy="1016562"/>
            <a:chOff x="422753" y="703679"/>
            <a:chExt cx="753718" cy="1016562"/>
          </a:xfrm>
        </p:grpSpPr>
        <p:sp>
          <p:nvSpPr>
            <p:cNvPr id="15"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16"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grpSp>
      <p:pic>
        <p:nvPicPr>
          <p:cNvPr id="5" name="Graphic 4" descr="Person eating outline">
            <a:extLst>
              <a:ext uri="{FF2B5EF4-FFF2-40B4-BE49-F238E27FC236}">
                <a16:creationId xmlns:a16="http://schemas.microsoft.com/office/drawing/2014/main" id="{98B8F2E5-EDBB-119B-4C7E-4C615D9AF8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45479" y="1452710"/>
            <a:ext cx="3952579" cy="3952579"/>
          </a:xfrm>
          <a:prstGeom prst="rect">
            <a:avLst/>
          </a:prstGeom>
        </p:spPr>
      </p:pic>
      <p:sp>
        <p:nvSpPr>
          <p:cNvPr id="3" name="Content Placeholder 2">
            <a:extLst>
              <a:ext uri="{FF2B5EF4-FFF2-40B4-BE49-F238E27FC236}">
                <a16:creationId xmlns:a16="http://schemas.microsoft.com/office/drawing/2014/main" id="{B79098A7-0022-1504-D087-A8DEE19E17EC}"/>
              </a:ext>
            </a:extLst>
          </p:cNvPr>
          <p:cNvSpPr>
            <a:spLocks noGrp="1"/>
          </p:cNvSpPr>
          <p:nvPr>
            <p:ph idx="1"/>
          </p:nvPr>
        </p:nvSpPr>
        <p:spPr>
          <a:xfrm>
            <a:off x="6695359" y="3730752"/>
            <a:ext cx="4158031" cy="2173938"/>
          </a:xfrm>
          <a:effectLst>
            <a:outerShdw blurRad="50800" dist="38100" dir="2700000" algn="tl" rotWithShape="0">
              <a:prstClr val="black">
                <a:alpha val="40000"/>
              </a:prstClr>
            </a:outerShdw>
          </a:effectLst>
        </p:spPr>
        <p:txBody>
          <a:bodyPr anchor="t">
            <a:normAutofit/>
          </a:bodyPr>
          <a:lstStyle/>
          <a:p>
            <a:r>
              <a:rPr lang="en-US" sz="2400" dirty="0">
                <a:solidFill>
                  <a:prstClr val="white">
                    <a:hueOff val="0"/>
                    <a:satOff val="0"/>
                    <a:lumOff val="0"/>
                    <a:alphaOff val="0"/>
                  </a:prstClr>
                </a:solidFill>
                <a:latin typeface="Aptos" panose="02110004020202020204"/>
              </a:rPr>
              <a:t>Removable chair attachment</a:t>
            </a:r>
          </a:p>
          <a:p>
            <a:r>
              <a:rPr lang="en-US" sz="2400" dirty="0">
                <a:solidFill>
                  <a:prstClr val="white">
                    <a:hueOff val="0"/>
                    <a:satOff val="0"/>
                    <a:lumOff val="0"/>
                    <a:alphaOff val="0"/>
                  </a:prstClr>
                </a:solidFill>
                <a:latin typeface="Aptos" panose="02110004020202020204"/>
              </a:rPr>
              <a:t>Real-time monitoring</a:t>
            </a:r>
          </a:p>
          <a:p>
            <a:r>
              <a:rPr lang="en-US" sz="2400" dirty="0">
                <a:solidFill>
                  <a:prstClr val="white">
                    <a:hueOff val="0"/>
                    <a:satOff val="0"/>
                    <a:lumOff val="0"/>
                    <a:alphaOff val="0"/>
                  </a:prstClr>
                </a:solidFill>
                <a:latin typeface="Aptos" panose="02110004020202020204"/>
              </a:rPr>
              <a:t>Gentle feedback</a:t>
            </a:r>
          </a:p>
          <a:p>
            <a:r>
              <a:rPr lang="en-US" sz="2400" dirty="0">
                <a:solidFill>
                  <a:prstClr val="white">
                    <a:hueOff val="0"/>
                    <a:satOff val="0"/>
                    <a:lumOff val="0"/>
                    <a:alphaOff val="0"/>
                  </a:prstClr>
                </a:solidFill>
                <a:latin typeface="Aptos" panose="02110004020202020204"/>
              </a:rPr>
              <a:t>Habit self-correction</a:t>
            </a:r>
          </a:p>
        </p:txBody>
      </p:sp>
      <p:sp>
        <p:nvSpPr>
          <p:cNvPr id="1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20" name="Straight Connector 19">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6" name="Picture 4">
            <a:extLst>
              <a:ext uri="{FF2B5EF4-FFF2-40B4-BE49-F238E27FC236}">
                <a16:creationId xmlns:a16="http://schemas.microsoft.com/office/drawing/2014/main" id="{0B20EEEB-E6B8-3892-1E6E-F1C5C9676731}"/>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1161605" y="252671"/>
            <a:ext cx="773853" cy="781592"/>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descr="Arrow: Slight curve with solid fill">
            <a:extLst>
              <a:ext uri="{FF2B5EF4-FFF2-40B4-BE49-F238E27FC236}">
                <a16:creationId xmlns:a16="http://schemas.microsoft.com/office/drawing/2014/main" id="{E38CCE0E-185D-EAE9-FBEE-D47F4CCBB97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0272702">
            <a:off x="611115" y="3659703"/>
            <a:ext cx="890346" cy="890346"/>
          </a:xfrm>
          <a:prstGeom prst="rect">
            <a:avLst/>
          </a:prstGeom>
        </p:spPr>
      </p:pic>
      <p:pic>
        <p:nvPicPr>
          <p:cNvPr id="11" name="Graphic 10" descr="Processor outline">
            <a:extLst>
              <a:ext uri="{FF2B5EF4-FFF2-40B4-BE49-F238E27FC236}">
                <a16:creationId xmlns:a16="http://schemas.microsoft.com/office/drawing/2014/main" id="{6F142D9F-BDAC-FFCC-5242-67E76DE640A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9687273">
            <a:off x="1540321" y="3651358"/>
            <a:ext cx="336917" cy="336917"/>
          </a:xfrm>
          <a:prstGeom prst="rect">
            <a:avLst/>
          </a:prstGeom>
        </p:spPr>
      </p:pic>
      <p:sp>
        <p:nvSpPr>
          <p:cNvPr id="7" name="TextBox 6">
            <a:extLst>
              <a:ext uri="{FF2B5EF4-FFF2-40B4-BE49-F238E27FC236}">
                <a16:creationId xmlns:a16="http://schemas.microsoft.com/office/drawing/2014/main" id="{149422D8-1FE9-7E9E-F1E8-3CEEC2C5C6F3}"/>
              </a:ext>
            </a:extLst>
          </p:cNvPr>
          <p:cNvSpPr txBox="1"/>
          <p:nvPr/>
        </p:nvSpPr>
        <p:spPr>
          <a:xfrm>
            <a:off x="6657716" y="2330304"/>
            <a:ext cx="5211319" cy="1077218"/>
          </a:xfrm>
          <a:prstGeom prst="rect">
            <a:avLst/>
          </a:prstGeom>
          <a:noFill/>
          <a:effectLst>
            <a:outerShdw blurRad="50800" dist="38100" dir="2700000" algn="tl" rotWithShape="0">
              <a:prstClr val="black">
                <a:alpha val="40000"/>
              </a:prstClr>
            </a:outerShdw>
          </a:effectLst>
        </p:spPr>
        <p:txBody>
          <a:bodyPr wrap="square">
            <a:spAutoFit/>
          </a:bodyPr>
          <a:lstStyle/>
          <a:p>
            <a:pPr marL="0" indent="0">
              <a:buNone/>
            </a:pPr>
            <a:r>
              <a:rPr lang="en-US" sz="3200" b="1" dirty="0">
                <a:solidFill>
                  <a:prstClr val="white">
                    <a:hueOff val="0"/>
                    <a:satOff val="0"/>
                    <a:lumOff val="0"/>
                    <a:alphaOff val="0"/>
                  </a:prstClr>
                </a:solidFill>
                <a:latin typeface="Aptos" panose="02110004020202020204"/>
              </a:rPr>
              <a:t>Posture Pillow Attachment Monitoring System</a:t>
            </a:r>
          </a:p>
        </p:txBody>
      </p:sp>
    </p:spTree>
    <p:extLst>
      <p:ext uri="{BB962C8B-B14F-4D97-AF65-F5344CB8AC3E}">
        <p14:creationId xmlns:p14="http://schemas.microsoft.com/office/powerpoint/2010/main" val="67340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useBgFill="1">
        <p:nvSpPr>
          <p:cNvPr id="23" name="Slide Background">
            <a:extLst>
              <a:ext uri="{FF2B5EF4-FFF2-40B4-BE49-F238E27FC236}">
                <a16:creationId xmlns:a16="http://schemas.microsoft.com/office/drawing/2014/main" id="{F29C4816-CB21-420B-9EB4-9E5671387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5" name="Rectangle 24">
            <a:extLst>
              <a:ext uri="{FF2B5EF4-FFF2-40B4-BE49-F238E27FC236}">
                <a16:creationId xmlns:a16="http://schemas.microsoft.com/office/drawing/2014/main" id="{10B6F015-5E82-B4AA-20DF-F31117EF3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410200" cy="6857999"/>
          </a:xfrm>
          <a:prstGeom prst="rect">
            <a:avLst/>
          </a:prstGeom>
          <a:ln>
            <a:noFill/>
          </a:ln>
          <a:effectLst>
            <a:outerShdw blurRad="317500" dist="241300" dir="204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4D818E-DF1C-9ABC-74D4-8899823461BC}"/>
              </a:ext>
            </a:extLst>
          </p:cNvPr>
          <p:cNvSpPr>
            <a:spLocks noGrp="1"/>
          </p:cNvSpPr>
          <p:nvPr>
            <p:ph type="title"/>
          </p:nvPr>
        </p:nvSpPr>
        <p:spPr>
          <a:xfrm>
            <a:off x="746851" y="356508"/>
            <a:ext cx="3815394" cy="3411928"/>
          </a:xfrm>
          <a:effectLst>
            <a:outerShdw blurRad="50800" dist="38100" dir="2700000" algn="tl" rotWithShape="0">
              <a:prstClr val="black">
                <a:alpha val="40000"/>
              </a:prstClr>
            </a:outerShdw>
          </a:effectLst>
        </p:spPr>
        <p:txBody>
          <a:bodyPr>
            <a:normAutofit/>
          </a:bodyPr>
          <a:lstStyle/>
          <a:p>
            <a:r>
              <a:rPr lang="en-US" sz="6600" b="1" dirty="0"/>
              <a:t>How It Works…?</a:t>
            </a:r>
          </a:p>
        </p:txBody>
      </p:sp>
      <p:pic>
        <p:nvPicPr>
          <p:cNvPr id="10" name="Graphic 9" descr="Processor with solid fill">
            <a:extLst>
              <a:ext uri="{FF2B5EF4-FFF2-40B4-BE49-F238E27FC236}">
                <a16:creationId xmlns:a16="http://schemas.microsoft.com/office/drawing/2014/main" id="{A1FBD130-E017-0A8E-3EBE-4BC9A92FED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7947" y="4724796"/>
            <a:ext cx="1195509" cy="1195509"/>
          </a:xfrm>
          <a:prstGeom prst="rect">
            <a:avLst/>
          </a:prstGeom>
          <a:effectLst>
            <a:outerShdw blurRad="50800" dist="38100" dir="2700000" algn="tl" rotWithShape="0">
              <a:prstClr val="black">
                <a:alpha val="40000"/>
              </a:prstClr>
            </a:outerShdw>
          </a:effectLst>
        </p:spPr>
      </p:pic>
      <p:pic>
        <p:nvPicPr>
          <p:cNvPr id="14" name="Graphic 13" descr="Smart Phone with solid fill">
            <a:extLst>
              <a:ext uri="{FF2B5EF4-FFF2-40B4-BE49-F238E27FC236}">
                <a16:creationId xmlns:a16="http://schemas.microsoft.com/office/drawing/2014/main" id="{2A70E0A9-77FC-D3B0-B4AA-56468E6095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66403" y="4708226"/>
            <a:ext cx="1195509" cy="1195509"/>
          </a:xfrm>
          <a:prstGeom prst="rect">
            <a:avLst/>
          </a:prstGeom>
          <a:effectLst>
            <a:outerShdw blurRad="50800" dist="38100" dir="2700000" algn="tl" rotWithShape="0">
              <a:prstClr val="black">
                <a:alpha val="40000"/>
              </a:prstClr>
            </a:outerShdw>
          </a:effectLst>
        </p:spPr>
      </p:pic>
      <p:pic>
        <p:nvPicPr>
          <p:cNvPr id="18" name="Graphic 17" descr="Warning with solid fill">
            <a:extLst>
              <a:ext uri="{FF2B5EF4-FFF2-40B4-BE49-F238E27FC236}">
                <a16:creationId xmlns:a16="http://schemas.microsoft.com/office/drawing/2014/main" id="{B2D54565-5D53-1CAF-96DF-6A7B86A71CB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52175" y="4708227"/>
            <a:ext cx="1195509" cy="1195509"/>
          </a:xfrm>
          <a:prstGeom prst="rect">
            <a:avLst/>
          </a:prstGeom>
          <a:effectLst>
            <a:outerShdw blurRad="50800" dist="38100" dir="2700000" algn="tl" rotWithShape="0">
              <a:prstClr val="black">
                <a:alpha val="40000"/>
              </a:prstClr>
            </a:outerShdw>
          </a:effectLst>
        </p:spPr>
      </p:pic>
      <p:pic>
        <p:nvPicPr>
          <p:cNvPr id="8" name="Graphic 7" descr="Gambling Chips with solid fill">
            <a:extLst>
              <a:ext uri="{FF2B5EF4-FFF2-40B4-BE49-F238E27FC236}">
                <a16:creationId xmlns:a16="http://schemas.microsoft.com/office/drawing/2014/main" id="{DEF26CFF-A30C-4F0E-68AC-59F867D20EC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40286" y="4724794"/>
            <a:ext cx="1178942" cy="1178942"/>
          </a:xfrm>
          <a:prstGeom prst="rect">
            <a:avLst/>
          </a:prstGeom>
          <a:effectLst>
            <a:outerShdw blurRad="50800" dist="38100" dir="2700000" algn="tl" rotWithShape="0">
              <a:prstClr val="black">
                <a:alpha val="40000"/>
              </a:prstClr>
            </a:outerShdw>
          </a:effectLst>
        </p:spPr>
      </p:pic>
      <p:sp>
        <p:nvSpPr>
          <p:cNvPr id="6" name="Content Placeholder 5">
            <a:extLst>
              <a:ext uri="{FF2B5EF4-FFF2-40B4-BE49-F238E27FC236}">
                <a16:creationId xmlns:a16="http://schemas.microsoft.com/office/drawing/2014/main" id="{BB49756E-7B22-410E-E59D-3EC5FE4267D0}"/>
              </a:ext>
            </a:extLst>
          </p:cNvPr>
          <p:cNvSpPr>
            <a:spLocks noGrp="1"/>
          </p:cNvSpPr>
          <p:nvPr>
            <p:ph idx="1"/>
          </p:nvPr>
        </p:nvSpPr>
        <p:spPr>
          <a:xfrm>
            <a:off x="6157051" y="2435495"/>
            <a:ext cx="5410199" cy="1987010"/>
          </a:xfrm>
          <a:effectLst>
            <a:outerShdw blurRad="50800" dist="38100" dir="2700000" algn="tl" rotWithShape="0">
              <a:prstClr val="black">
                <a:alpha val="40000"/>
              </a:prstClr>
            </a:outerShdw>
          </a:effectLst>
        </p:spPr>
        <p:txBody>
          <a:bodyPr anchor="ctr">
            <a:noAutofit/>
          </a:bodyPr>
          <a:lstStyle/>
          <a:p>
            <a:pPr marL="0" indent="0">
              <a:buNone/>
            </a:pPr>
            <a:r>
              <a:rPr lang="en-US" sz="2400" dirty="0"/>
              <a:t>Sensors measure posture</a:t>
            </a:r>
            <a:br>
              <a:rPr lang="en-US" sz="2400" dirty="0"/>
            </a:br>
            <a:r>
              <a:rPr lang="en-US" sz="2400" dirty="0"/>
              <a:t>Embedded controller processing</a:t>
            </a:r>
            <a:br>
              <a:rPr lang="en-US" sz="2400" dirty="0"/>
            </a:br>
            <a:r>
              <a:rPr lang="en-US" sz="2400" dirty="0"/>
              <a:t>Feedback triggered and sent</a:t>
            </a:r>
            <a:br>
              <a:rPr lang="en-US" sz="2400" dirty="0"/>
            </a:br>
            <a:r>
              <a:rPr lang="en-US" sz="2400" dirty="0"/>
              <a:t>App shows data and trends </a:t>
            </a:r>
          </a:p>
        </p:txBody>
      </p:sp>
      <p:pic>
        <p:nvPicPr>
          <p:cNvPr id="4" name="Picture 4">
            <a:extLst>
              <a:ext uri="{FF2B5EF4-FFF2-40B4-BE49-F238E27FC236}">
                <a16:creationId xmlns:a16="http://schemas.microsoft.com/office/drawing/2014/main" id="{E08CAC3B-33D8-5662-F3EE-4236513DFE6E}"/>
              </a:ext>
            </a:extLst>
          </p:cNvPr>
          <p:cNvPicPr>
            <a:picLocks noChangeAspect="1" noChangeArrowheads="1"/>
          </p:cNvPicPr>
          <p:nvPr/>
        </p:nvPicPr>
        <p:blipFill>
          <a:blip r:embed="rId11">
            <a:extLst>
              <a:ext uri="{28A0092B-C50C-407E-A947-70E740481C1C}">
                <a14:useLocalDpi xmlns:a14="http://schemas.microsoft.com/office/drawing/2010/main" val="0"/>
              </a:ext>
            </a:extLst>
          </a:blip>
          <a:stretch>
            <a:fillRect/>
          </a:stretch>
        </p:blipFill>
        <p:spPr bwMode="auto">
          <a:xfrm>
            <a:off x="11161605" y="252671"/>
            <a:ext cx="773853" cy="78159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F8A43BEE-3AD7-6BA1-F3D6-D8D4F1E6CD99}"/>
              </a:ext>
            </a:extLst>
          </p:cNvPr>
          <p:cNvSpPr txBox="1"/>
          <p:nvPr/>
        </p:nvSpPr>
        <p:spPr>
          <a:xfrm>
            <a:off x="750563" y="3958795"/>
            <a:ext cx="2542008" cy="646331"/>
          </a:xfrm>
          <a:prstGeom prst="rect">
            <a:avLst/>
          </a:prstGeom>
          <a:noFill/>
          <a:effectLst>
            <a:outerShdw blurRad="50800" dist="38100" dir="2700000" algn="tl" rotWithShape="0">
              <a:prstClr val="black">
                <a:alpha val="40000"/>
              </a:prstClr>
            </a:outerShdw>
          </a:effectLst>
        </p:spPr>
        <p:txBody>
          <a:bodyPr wrap="square">
            <a:spAutoFit/>
          </a:bodyPr>
          <a:lstStyle/>
          <a:p>
            <a:r>
              <a:rPr lang="en-US" sz="1800" dirty="0"/>
              <a:t>Smart, unintrusive, and practical!</a:t>
            </a:r>
            <a:endParaRPr lang="en-US" dirty="0"/>
          </a:p>
        </p:txBody>
      </p:sp>
    </p:spTree>
    <p:extLst>
      <p:ext uri="{BB962C8B-B14F-4D97-AF65-F5344CB8AC3E}">
        <p14:creationId xmlns:p14="http://schemas.microsoft.com/office/powerpoint/2010/main" val="10342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50000"/>
            <a:lumOff val="50000"/>
          </a:schemeClr>
        </a:solidFill>
        <a:effectLst/>
      </p:bgPr>
    </p:bg>
    <p:spTree>
      <p:nvGrpSpPr>
        <p:cNvPr id="1" name="">
          <a:extLst>
            <a:ext uri="{FF2B5EF4-FFF2-40B4-BE49-F238E27FC236}">
              <a16:creationId xmlns:a16="http://schemas.microsoft.com/office/drawing/2014/main" id="{B45BEE50-ACCF-039B-664C-7E7CCFEDCBE1}"/>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Isosceles Triangle 2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4ECA424-188A-2C86-EDF8-B579B4E2FA58}"/>
              </a:ext>
            </a:extLst>
          </p:cNvPr>
          <p:cNvSpPr txBox="1"/>
          <p:nvPr/>
        </p:nvSpPr>
        <p:spPr>
          <a:xfrm>
            <a:off x="3921734" y="182988"/>
            <a:ext cx="4348531" cy="769441"/>
          </a:xfrm>
          <a:prstGeom prst="rect">
            <a:avLst/>
          </a:prstGeom>
          <a:noFill/>
          <a:effectLst>
            <a:outerShdw blurRad="50800" dist="38100" dir="2700000" algn="tl" rotWithShape="0">
              <a:prstClr val="black">
                <a:alpha val="40000"/>
              </a:prstClr>
            </a:outerShdw>
          </a:effectLst>
        </p:spPr>
        <p:txBody>
          <a:bodyPr wrap="square">
            <a:spAutoFit/>
          </a:bodyPr>
          <a:lstStyle/>
          <a:p>
            <a:pPr algn="l"/>
            <a:r>
              <a:rPr lang="en-US" sz="4400" b="1">
                <a:latin typeface="+mj-lt"/>
                <a:ea typeface="+mj-ea"/>
                <a:cs typeface="+mj-cs"/>
              </a:rPr>
              <a:t>System</a:t>
            </a:r>
            <a:r>
              <a:rPr lang="en-US" sz="3600" b="1"/>
              <a:t> </a:t>
            </a:r>
            <a:r>
              <a:rPr lang="en-US" sz="4400" b="1">
                <a:latin typeface="+mj-lt"/>
                <a:ea typeface="+mj-ea"/>
                <a:cs typeface="+mj-cs"/>
              </a:rPr>
              <a:t>Diagram</a:t>
            </a:r>
            <a:endParaRPr lang="en-US" sz="4400" b="1" dirty="0">
              <a:latin typeface="+mj-lt"/>
              <a:ea typeface="+mj-ea"/>
              <a:cs typeface="+mj-cs"/>
            </a:endParaRPr>
          </a:p>
        </p:txBody>
      </p:sp>
      <p:pic>
        <p:nvPicPr>
          <p:cNvPr id="6" name="Picture 4">
            <a:extLst>
              <a:ext uri="{FF2B5EF4-FFF2-40B4-BE49-F238E27FC236}">
                <a16:creationId xmlns:a16="http://schemas.microsoft.com/office/drawing/2014/main" id="{3911A691-ACFD-0E1E-7DBC-81ED5719E67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CD9FF5D-1166-B413-D37D-CF9D23BB1C7C}"/>
              </a:ext>
            </a:extLst>
          </p:cNvPr>
          <p:cNvPicPr>
            <a:picLocks noChangeAspect="1"/>
          </p:cNvPicPr>
          <p:nvPr/>
        </p:nvPicPr>
        <p:blipFill>
          <a:blip r:embed="rId4"/>
          <a:stretch>
            <a:fillRect/>
          </a:stretch>
        </p:blipFill>
        <p:spPr>
          <a:xfrm>
            <a:off x="981040" y="904271"/>
            <a:ext cx="9853078" cy="5469323"/>
          </a:xfrm>
          <a:prstGeom prst="rect">
            <a:avLst/>
          </a:prstGeom>
        </p:spPr>
      </p:pic>
    </p:spTree>
    <p:extLst>
      <p:ext uri="{BB962C8B-B14F-4D97-AF65-F5344CB8AC3E}">
        <p14:creationId xmlns:p14="http://schemas.microsoft.com/office/powerpoint/2010/main" val="8685429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D5FC654-6309-6495-25ED-734653FA38F2}"/>
              </a:ext>
            </a:extLst>
          </p:cNvPr>
          <p:cNvSpPr txBox="1"/>
          <p:nvPr/>
        </p:nvSpPr>
        <p:spPr>
          <a:xfrm>
            <a:off x="443967" y="2434575"/>
            <a:ext cx="4171994" cy="3736540"/>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4200" b="1" kern="1200" dirty="0">
                <a:solidFill>
                  <a:schemeClr val="bg1"/>
                </a:solidFill>
                <a:latin typeface="+mj-lt"/>
                <a:ea typeface="+mj-ea"/>
                <a:cs typeface="+mj-cs"/>
              </a:rPr>
              <a:t>Electrical Diagram Project in details on your phone using this QR Code!</a:t>
            </a:r>
          </a:p>
        </p:txBody>
      </p:sp>
      <p:grpSp>
        <p:nvGrpSpPr>
          <p:cNvPr id="31" name="Group 3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32" name="Straight Connector 3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C29BDF5-4879-946C-2F7A-7FC9ED6A9094}"/>
              </a:ext>
            </a:extLst>
          </p:cNvPr>
          <p:cNvPicPr>
            <a:picLocks noChangeAspect="1"/>
          </p:cNvPicPr>
          <p:nvPr/>
        </p:nvPicPr>
        <p:blipFill>
          <a:blip r:embed="rId3"/>
          <a:stretch>
            <a:fillRect/>
          </a:stretch>
        </p:blipFill>
        <p:spPr>
          <a:xfrm>
            <a:off x="5640572" y="576309"/>
            <a:ext cx="5608830" cy="5594806"/>
          </a:xfrm>
          <a:prstGeom prst="rect">
            <a:avLst/>
          </a:prstGeom>
        </p:spPr>
      </p:pic>
      <p:pic>
        <p:nvPicPr>
          <p:cNvPr id="4" name="Picture 4">
            <a:extLst>
              <a:ext uri="{FF2B5EF4-FFF2-40B4-BE49-F238E27FC236}">
                <a16:creationId xmlns:a16="http://schemas.microsoft.com/office/drawing/2014/main" id="{221E32C1-FED7-7EC1-6826-A8F85E3E3CD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957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E65F4-7C3C-007C-BF1F-6DE16B6B9483}"/>
              </a:ext>
            </a:extLst>
          </p:cNvPr>
          <p:cNvSpPr>
            <a:spLocks noGrp="1"/>
          </p:cNvSpPr>
          <p:nvPr>
            <p:ph type="title"/>
          </p:nvPr>
        </p:nvSpPr>
        <p:spPr>
          <a:xfrm>
            <a:off x="481013" y="3752849"/>
            <a:ext cx="3290887" cy="2452687"/>
          </a:xfrm>
          <a:effectLst>
            <a:outerShdw blurRad="50800" dist="38100" dir="2700000" algn="tl" rotWithShape="0">
              <a:prstClr val="black">
                <a:alpha val="40000"/>
              </a:prstClr>
            </a:outerShdw>
          </a:effectLst>
        </p:spPr>
        <p:txBody>
          <a:bodyPr anchor="ctr">
            <a:normAutofit/>
          </a:bodyPr>
          <a:lstStyle/>
          <a:p>
            <a:r>
              <a:rPr lang="en-US" sz="3600" b="1" dirty="0"/>
              <a:t>Calibration &amp; Adaptation</a:t>
            </a:r>
          </a:p>
        </p:txBody>
      </p:sp>
      <p:pic>
        <p:nvPicPr>
          <p:cNvPr id="2050" name="Picture 2">
            <a:extLst>
              <a:ext uri="{FF2B5EF4-FFF2-40B4-BE49-F238E27FC236}">
                <a16:creationId xmlns:a16="http://schemas.microsoft.com/office/drawing/2014/main" id="{AD30B32E-4841-A93F-37D1-6B7839DB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136" b="695"/>
          <a:stretch>
            <a:fillRect/>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D048BA2-E856-72BC-9DAF-3EF547B66E07}"/>
              </a:ext>
            </a:extLst>
          </p:cNvPr>
          <p:cNvSpPr>
            <a:spLocks noGrp="1"/>
          </p:cNvSpPr>
          <p:nvPr>
            <p:ph idx="1"/>
          </p:nvPr>
        </p:nvSpPr>
        <p:spPr>
          <a:xfrm>
            <a:off x="4223982" y="3752850"/>
            <a:ext cx="7485413" cy="2452687"/>
          </a:xfrm>
          <a:effectLst>
            <a:outerShdw blurRad="50800" dist="38100" dir="2700000" algn="tl" rotWithShape="0">
              <a:prstClr val="black">
                <a:alpha val="40000"/>
              </a:prstClr>
            </a:outerShdw>
          </a:effectLst>
        </p:spPr>
        <p:txBody>
          <a:bodyPr anchor="ctr">
            <a:normAutofit/>
          </a:bodyPr>
          <a:lstStyle/>
          <a:p>
            <a:pPr marL="0" indent="0">
              <a:buNone/>
            </a:pPr>
            <a:r>
              <a:rPr lang="en-US" sz="1800" b="1" dirty="0"/>
              <a:t>Personalized posture baseline</a:t>
            </a:r>
          </a:p>
          <a:p>
            <a:r>
              <a:rPr lang="en-US" sz="1800" dirty="0"/>
              <a:t>User performs calibration session</a:t>
            </a:r>
          </a:p>
          <a:p>
            <a:r>
              <a:rPr lang="en-US" sz="1800" dirty="0"/>
              <a:t>System records correct posture</a:t>
            </a:r>
          </a:p>
          <a:p>
            <a:r>
              <a:rPr lang="en-US" sz="1800" dirty="0"/>
              <a:t>Live data compared to baseline</a:t>
            </a:r>
          </a:p>
          <a:p>
            <a:r>
              <a:rPr lang="en-US" sz="1800" dirty="0"/>
              <a:t>Ignore short deviations</a:t>
            </a:r>
          </a:p>
          <a:p>
            <a:pPr marL="0" indent="0">
              <a:buNone/>
            </a:pPr>
            <a:r>
              <a:rPr lang="en-US" sz="1800" b="1" dirty="0"/>
              <a:t>Adjustable to different users and seating styles</a:t>
            </a:r>
          </a:p>
        </p:txBody>
      </p:sp>
      <p:pic>
        <p:nvPicPr>
          <p:cNvPr id="4" name="Picture 4">
            <a:extLst>
              <a:ext uri="{FF2B5EF4-FFF2-40B4-BE49-F238E27FC236}">
                <a16:creationId xmlns:a16="http://schemas.microsoft.com/office/drawing/2014/main" id="{6FB2758C-09E9-1333-B3BD-506EE8E1AB6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71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06C5E86-30A7-B06D-F253-61590044EFD2}"/>
              </a:ext>
            </a:extLst>
          </p:cNvPr>
          <p:cNvSpPr>
            <a:spLocks noGrp="1"/>
          </p:cNvSpPr>
          <p:nvPr>
            <p:ph type="title"/>
          </p:nvPr>
        </p:nvSpPr>
        <p:spPr>
          <a:xfrm>
            <a:off x="1371597" y="348865"/>
            <a:ext cx="10044023" cy="877729"/>
          </a:xfrm>
          <a:effectLst>
            <a:outerShdw blurRad="50800" dist="38100" dir="2700000" algn="tl" rotWithShape="0">
              <a:prstClr val="black">
                <a:alpha val="40000"/>
              </a:prstClr>
            </a:outerShdw>
          </a:effectLst>
        </p:spPr>
        <p:txBody>
          <a:bodyPr anchor="ctr">
            <a:normAutofit/>
          </a:bodyPr>
          <a:lstStyle/>
          <a:p>
            <a:r>
              <a:rPr lang="en-US" sz="4000" b="1" dirty="0">
                <a:solidFill>
                  <a:srgbClr val="FFFFFF"/>
                </a:solidFill>
              </a:rPr>
              <a:t>Mobile Application</a:t>
            </a:r>
          </a:p>
        </p:txBody>
      </p:sp>
      <p:graphicFrame>
        <p:nvGraphicFramePr>
          <p:cNvPr id="17" name="Content Placeholder 2">
            <a:extLst>
              <a:ext uri="{FF2B5EF4-FFF2-40B4-BE49-F238E27FC236}">
                <a16:creationId xmlns:a16="http://schemas.microsoft.com/office/drawing/2014/main" id="{6A862662-02D7-E1F9-DEB4-FAAE97E2BBAC}"/>
              </a:ext>
            </a:extLst>
          </p:cNvPr>
          <p:cNvGraphicFramePr>
            <a:graphicFrameLocks noGrp="1"/>
          </p:cNvGraphicFramePr>
          <p:nvPr>
            <p:ph idx="1"/>
            <p:extLst>
              <p:ext uri="{D42A27DB-BD31-4B8C-83A1-F6EECF244321}">
                <p14:modId xmlns:p14="http://schemas.microsoft.com/office/powerpoint/2010/main" val="290783684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4">
            <a:extLst>
              <a:ext uri="{FF2B5EF4-FFF2-40B4-BE49-F238E27FC236}">
                <a16:creationId xmlns:a16="http://schemas.microsoft.com/office/drawing/2014/main" id="{0A2218F2-E29B-A764-DA21-4B896931C409}"/>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16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EAABCD6A-BB06-9CEF-DFAC-76714C134880}"/>
              </a:ext>
            </a:extLst>
          </p:cNvPr>
          <p:cNvSpPr txBox="1"/>
          <p:nvPr/>
        </p:nvSpPr>
        <p:spPr>
          <a:xfrm>
            <a:off x="4114377" y="2488700"/>
            <a:ext cx="3752994" cy="1569660"/>
          </a:xfrm>
          <a:prstGeom prst="rect">
            <a:avLst/>
          </a:prstGeom>
          <a:noFill/>
          <a:effectLst>
            <a:outerShdw blurRad="50800" dist="38100" dir="2700000" algn="tl" rotWithShape="0">
              <a:prstClr val="black">
                <a:alpha val="40000"/>
              </a:prstClr>
            </a:outerShdw>
          </a:effectLst>
        </p:spPr>
        <p:txBody>
          <a:bodyPr wrap="square">
            <a:spAutoFit/>
          </a:bodyPr>
          <a:lstStyle/>
          <a:p>
            <a:pPr algn="ctr"/>
            <a:r>
              <a:rPr lang="en-US" sz="4800" b="1" dirty="0">
                <a:latin typeface="+mj-lt"/>
                <a:ea typeface="+mj-ea"/>
                <a:cs typeface="+mj-cs"/>
              </a:rPr>
              <a:t>Easy and Fast Registering</a:t>
            </a:r>
          </a:p>
        </p:txBody>
      </p:sp>
      <p:sp>
        <p:nvSpPr>
          <p:cNvPr id="16" name="object 2">
            <a:extLst>
              <a:ext uri="{FF2B5EF4-FFF2-40B4-BE49-F238E27FC236}">
                <a16:creationId xmlns:a16="http://schemas.microsoft.com/office/drawing/2014/main" id="{66F9F8C1-4A5B-7F23-7032-0348BD753918}"/>
              </a:ext>
            </a:extLst>
          </p:cNvPr>
          <p:cNvSpPr txBox="1">
            <a:spLocks noGrp="1"/>
          </p:cNvSpPr>
          <p:nvPr>
            <p:ph type="title"/>
          </p:nvPr>
        </p:nvSpPr>
        <p:spPr>
          <a:xfrm>
            <a:off x="3627937" y="-28483"/>
            <a:ext cx="4788084" cy="1287204"/>
          </a:xfrm>
          <a:prstGeom prst="rect">
            <a:avLst/>
          </a:prstGeom>
          <a:effectLst>
            <a:outerShdw blurRad="50800" dist="38100" dir="2700000" algn="tl" rotWithShape="0">
              <a:prstClr val="black">
                <a:alpha val="40000"/>
              </a:prstClr>
            </a:outerShdw>
          </a:effectLst>
        </p:spPr>
        <p:txBody>
          <a:bodyPr vert="horz" wrap="square" lIns="0" tIns="339908" rIns="0" bIns="0" rtlCol="0" anchor="ctr">
            <a:spAutoFit/>
          </a:bodyPr>
          <a:lstStyle/>
          <a:p>
            <a:pPr marL="8467">
              <a:lnSpc>
                <a:spcPct val="100000"/>
              </a:lnSpc>
              <a:spcBef>
                <a:spcPts val="67"/>
              </a:spcBef>
            </a:pPr>
            <a:r>
              <a:rPr sz="6134" b="1" spc="-463" dirty="0"/>
              <a:t>P</a:t>
            </a:r>
            <a:r>
              <a:rPr sz="6134" b="1" spc="-790" dirty="0"/>
              <a:t>P</a:t>
            </a:r>
            <a:r>
              <a:rPr sz="6134" b="1" spc="-463" dirty="0"/>
              <a:t>AM</a:t>
            </a:r>
            <a:r>
              <a:rPr sz="6134" b="1" spc="-457" dirty="0"/>
              <a:t>S</a:t>
            </a:r>
            <a:r>
              <a:rPr sz="6134" b="1" spc="-573" dirty="0"/>
              <a:t> </a:t>
            </a:r>
            <a:r>
              <a:rPr sz="6134" b="1" spc="-390" dirty="0"/>
              <a:t>Connect</a:t>
            </a:r>
            <a:endParaRPr sz="6134" b="1" dirty="0"/>
          </a:p>
        </p:txBody>
      </p:sp>
      <p:pic>
        <p:nvPicPr>
          <p:cNvPr id="17" name="Picture 4">
            <a:extLst>
              <a:ext uri="{FF2B5EF4-FFF2-40B4-BE49-F238E27FC236}">
                <a16:creationId xmlns:a16="http://schemas.microsoft.com/office/drawing/2014/main" id="{4084C950-B3EB-693B-0372-9B968E0C88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09195379-A083-4691-E107-46AF2C81BF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317" y="1316388"/>
            <a:ext cx="2388203" cy="502722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6" name="Picture 25">
            <a:extLst>
              <a:ext uri="{FF2B5EF4-FFF2-40B4-BE49-F238E27FC236}">
                <a16:creationId xmlns:a16="http://schemas.microsoft.com/office/drawing/2014/main" id="{525EC6F2-A341-73CC-6C1A-B877B3D0FA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51732" y="1229713"/>
            <a:ext cx="2315951" cy="511390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grpSp>
        <p:nvGrpSpPr>
          <p:cNvPr id="2" name="object 2"/>
          <p:cNvGrpSpPr/>
          <p:nvPr/>
        </p:nvGrpSpPr>
        <p:grpSpPr>
          <a:xfrm>
            <a:off x="2726302" y="3561284"/>
            <a:ext cx="6739385" cy="1783890"/>
            <a:chOff x="323850" y="4168449"/>
            <a:chExt cx="17640300" cy="4674870"/>
          </a:xfrm>
        </p:grpSpPr>
        <p:pic>
          <p:nvPicPr>
            <p:cNvPr id="3" name="object 3"/>
            <p:cNvPicPr/>
            <p:nvPr/>
          </p:nvPicPr>
          <p:blipFill>
            <a:blip r:embed="rId2" cstate="print"/>
            <a:stretch>
              <a:fillRect/>
            </a:stretch>
          </p:blipFill>
          <p:spPr>
            <a:xfrm>
              <a:off x="525779" y="4370379"/>
              <a:ext cx="17236439" cy="4270390"/>
            </a:xfrm>
            <a:prstGeom prst="rect">
              <a:avLst/>
            </a:prstGeom>
          </p:spPr>
        </p:pic>
        <p:sp>
          <p:nvSpPr>
            <p:cNvPr id="4" name="object 4"/>
            <p:cNvSpPr/>
            <p:nvPr/>
          </p:nvSpPr>
          <p:spPr>
            <a:xfrm>
              <a:off x="514349" y="4358949"/>
              <a:ext cx="17259300" cy="4293870"/>
            </a:xfrm>
            <a:custGeom>
              <a:avLst/>
              <a:gdLst/>
              <a:ahLst/>
              <a:cxnLst/>
              <a:rect l="l" t="t" r="r" b="b"/>
              <a:pathLst>
                <a:path w="17259300" h="4293870">
                  <a:moveTo>
                    <a:pt x="0" y="0"/>
                  </a:moveTo>
                  <a:lnTo>
                    <a:pt x="0" y="4293244"/>
                  </a:lnTo>
                  <a:lnTo>
                    <a:pt x="17259298" y="4293244"/>
                  </a:lnTo>
                  <a:lnTo>
                    <a:pt x="17259298" y="0"/>
                  </a:lnTo>
                  <a:lnTo>
                    <a:pt x="0" y="0"/>
                  </a:lnTo>
                </a:path>
              </a:pathLst>
            </a:custGeom>
            <a:ln w="380999">
              <a:solidFill>
                <a:srgbClr val="363636"/>
              </a:solidFill>
            </a:ln>
          </p:spPr>
          <p:txBody>
            <a:bodyPr wrap="square" lIns="0" tIns="0" rIns="0" bIns="0" rtlCol="0"/>
            <a:lstStyle/>
            <a:p>
              <a:endParaRPr sz="1200"/>
            </a:p>
          </p:txBody>
        </p:sp>
        <p:pic>
          <p:nvPicPr>
            <p:cNvPr id="5" name="object 5"/>
            <p:cNvPicPr/>
            <p:nvPr/>
          </p:nvPicPr>
          <p:blipFill>
            <a:blip r:embed="rId3" cstate="print"/>
            <a:stretch>
              <a:fillRect/>
            </a:stretch>
          </p:blipFill>
          <p:spPr>
            <a:xfrm>
              <a:off x="1911686" y="4501704"/>
              <a:ext cx="10020299" cy="2305049"/>
            </a:xfrm>
            <a:prstGeom prst="rect">
              <a:avLst/>
            </a:prstGeom>
          </p:spPr>
        </p:pic>
      </p:grpSp>
      <p:sp>
        <p:nvSpPr>
          <p:cNvPr id="9" name="TextBox 8">
            <a:extLst>
              <a:ext uri="{FF2B5EF4-FFF2-40B4-BE49-F238E27FC236}">
                <a16:creationId xmlns:a16="http://schemas.microsoft.com/office/drawing/2014/main" id="{50DD3C60-00CC-6DB8-7EB7-ECF6A60EA999}"/>
              </a:ext>
            </a:extLst>
          </p:cNvPr>
          <p:cNvSpPr txBox="1"/>
          <p:nvPr/>
        </p:nvSpPr>
        <p:spPr>
          <a:xfrm>
            <a:off x="2124795" y="1296776"/>
            <a:ext cx="7942401" cy="1107996"/>
          </a:xfrm>
          <a:prstGeom prst="rect">
            <a:avLst/>
          </a:prstGeom>
          <a:noFill/>
          <a:effectLst>
            <a:outerShdw blurRad="50800" dist="38100" dir="2700000" algn="tl" rotWithShape="0">
              <a:prstClr val="black">
                <a:alpha val="40000"/>
              </a:prstClr>
            </a:outerShdw>
          </a:effectLst>
        </p:spPr>
        <p:txBody>
          <a:bodyPr wrap="square">
            <a:spAutoFit/>
          </a:bodyPr>
          <a:lstStyle/>
          <a:p>
            <a:pPr algn="ctr"/>
            <a:r>
              <a:rPr lang="en-US" sz="6600" b="1" dirty="0">
                <a:latin typeface="+mj-lt"/>
                <a:ea typeface="+mj-ea"/>
                <a:cs typeface="+mj-cs"/>
              </a:rPr>
              <a:t>Simple Design and UI</a:t>
            </a:r>
          </a:p>
        </p:txBody>
      </p:sp>
      <p:pic>
        <p:nvPicPr>
          <p:cNvPr id="6" name="Picture 4">
            <a:extLst>
              <a:ext uri="{FF2B5EF4-FFF2-40B4-BE49-F238E27FC236}">
                <a16:creationId xmlns:a16="http://schemas.microsoft.com/office/drawing/2014/main" id="{F2763515-9BBD-F42A-921F-2EA29A1EC60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pic>
        <p:nvPicPr>
          <p:cNvPr id="1027" name="Picture 11">
            <a:extLst>
              <a:ext uri="{FF2B5EF4-FFF2-40B4-BE49-F238E27FC236}">
                <a16:creationId xmlns:a16="http://schemas.microsoft.com/office/drawing/2014/main" id="{D87FDDD0-940B-2AF1-0AD1-0E8566EB1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876" y="1426132"/>
            <a:ext cx="3600578" cy="3398565"/>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22">
            <a:extLst>
              <a:ext uri="{FF2B5EF4-FFF2-40B4-BE49-F238E27FC236}">
                <a16:creationId xmlns:a16="http://schemas.microsoft.com/office/drawing/2014/main" id="{2180DB83-4DE1-8A5E-2F62-D89E2FC78F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3445" y="1426132"/>
            <a:ext cx="3600578" cy="33985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FC09CC10-28F6-C68B-EBBD-4310466AEF7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5">
            <a:extLst>
              <a:ext uri="{FF2B5EF4-FFF2-40B4-BE49-F238E27FC236}">
                <a16:creationId xmlns:a16="http://schemas.microsoft.com/office/drawing/2014/main" id="{0E25D022-C0B4-24C3-A2D5-0843EC214CDD}"/>
              </a:ext>
            </a:extLst>
          </p:cNvPr>
          <p:cNvSpPr>
            <a:spLocks noChangeArrowheads="1"/>
          </p:cNvSpPr>
          <p:nvPr/>
        </p:nvSpPr>
        <p:spPr bwMode="auto">
          <a:xfrm>
            <a:off x="0" y="6115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6">
            <a:extLst>
              <a:ext uri="{FF2B5EF4-FFF2-40B4-BE49-F238E27FC236}">
                <a16:creationId xmlns:a16="http://schemas.microsoft.com/office/drawing/2014/main" id="{C038FA2B-3D86-534D-B812-D984D25C5885}"/>
              </a:ext>
            </a:extLst>
          </p:cNvPr>
          <p:cNvSpPr>
            <a:spLocks noChangeArrowheads="1"/>
          </p:cNvSpPr>
          <p:nvPr/>
        </p:nvSpPr>
        <p:spPr bwMode="auto">
          <a:xfrm>
            <a:off x="0" y="89725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FC593C5A-0734-04D9-20D4-9E02DFBA60F8}"/>
              </a:ext>
            </a:extLst>
          </p:cNvPr>
          <p:cNvSpPr txBox="1"/>
          <p:nvPr/>
        </p:nvSpPr>
        <p:spPr>
          <a:xfrm>
            <a:off x="370713" y="457200"/>
            <a:ext cx="6094476" cy="707886"/>
          </a:xfrm>
          <a:prstGeom prst="rect">
            <a:avLst/>
          </a:prstGeom>
          <a:noFill/>
          <a:effectLst>
            <a:outerShdw blurRad="50800" dist="38100" dir="2700000" algn="tl" rotWithShape="0">
              <a:prstClr val="black">
                <a:alpha val="40000"/>
              </a:prstClr>
            </a:outerShdw>
          </a:effectLst>
        </p:spPr>
        <p:txBody>
          <a:bodyPr wrap="square">
            <a:spAutoFit/>
          </a:bodyPr>
          <a:lstStyle/>
          <a:p>
            <a:r>
              <a:rPr lang="en-US" sz="4000" b="1" dirty="0"/>
              <a:t>3D Device Diagram</a:t>
            </a:r>
          </a:p>
        </p:txBody>
      </p:sp>
      <p:pic>
        <p:nvPicPr>
          <p:cNvPr id="7" name="Picture 4">
            <a:extLst>
              <a:ext uri="{FF2B5EF4-FFF2-40B4-BE49-F238E27FC236}">
                <a16:creationId xmlns:a16="http://schemas.microsoft.com/office/drawing/2014/main" id="{87077947-8A88-D110-8427-DCD88FE56898}"/>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1DA3EE1-68E7-22F4-7FDB-784BCAC494DA}"/>
              </a:ext>
            </a:extLst>
          </p:cNvPr>
          <p:cNvSpPr txBox="1"/>
          <p:nvPr/>
        </p:nvSpPr>
        <p:spPr>
          <a:xfrm>
            <a:off x="531876" y="5159889"/>
            <a:ext cx="6094476" cy="923330"/>
          </a:xfrm>
          <a:prstGeom prst="rect">
            <a:avLst/>
          </a:prstGeom>
          <a:noFill/>
          <a:effectLst>
            <a:outerShdw blurRad="50800" dist="38100" dir="2700000" algn="tl" rotWithShape="0">
              <a:prstClr val="black">
                <a:alpha val="40000"/>
              </a:prstClr>
            </a:outerShdw>
          </a:effectLst>
        </p:spPr>
        <p:txBody>
          <a:bodyPr wrap="square">
            <a:spAutoFit/>
          </a:bodyPr>
          <a:lstStyle/>
          <a:p>
            <a:r>
              <a:rPr lang="en-US" sz="1800" b="1" dirty="0"/>
              <a:t>Enclosure attached behind the lowe</a:t>
            </a:r>
            <a:r>
              <a:rPr lang="en-US" b="1" dirty="0"/>
              <a:t>r back</a:t>
            </a:r>
          </a:p>
          <a:p>
            <a:r>
              <a:rPr lang="en-US" sz="1800" b="1" dirty="0"/>
              <a:t>3D pill</a:t>
            </a:r>
            <a:r>
              <a:rPr lang="en-US" b="1" dirty="0"/>
              <a:t>ow attachment on the seat</a:t>
            </a:r>
          </a:p>
          <a:p>
            <a:r>
              <a:rPr lang="en-US" sz="1800" b="1" dirty="0"/>
              <a:t>Removable for ease of use and cleaning purposes</a:t>
            </a:r>
          </a:p>
        </p:txBody>
      </p:sp>
      <p:cxnSp>
        <p:nvCxnSpPr>
          <p:cNvPr id="8" name="Straight Connector 7">
            <a:extLst>
              <a:ext uri="{FF2B5EF4-FFF2-40B4-BE49-F238E27FC236}">
                <a16:creationId xmlns:a16="http://schemas.microsoft.com/office/drawing/2014/main" id="{AF9683EA-51C6-B74A-2B33-153B05D6DE14}"/>
              </a:ext>
            </a:extLst>
          </p:cNvPr>
          <p:cNvCxnSpPr>
            <a:cxnSpLocks/>
          </p:cNvCxnSpPr>
          <p:nvPr/>
        </p:nvCxnSpPr>
        <p:spPr>
          <a:xfrm flipH="1">
            <a:off x="6885432" y="2547902"/>
            <a:ext cx="2233435" cy="35552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D176FB7-B466-4CD2-63E4-883C7E131CD3}"/>
              </a:ext>
            </a:extLst>
          </p:cNvPr>
          <p:cNvCxnSpPr>
            <a:cxnSpLocks/>
          </p:cNvCxnSpPr>
          <p:nvPr/>
        </p:nvCxnSpPr>
        <p:spPr>
          <a:xfrm flipH="1" flipV="1">
            <a:off x="6885432" y="2903423"/>
            <a:ext cx="1839323" cy="1100596"/>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70F5A51E-3DA8-B299-604C-BA3521A2D18C}"/>
              </a:ext>
            </a:extLst>
          </p:cNvPr>
          <p:cNvCxnSpPr>
            <a:cxnSpLocks/>
          </p:cNvCxnSpPr>
          <p:nvPr/>
        </p:nvCxnSpPr>
        <p:spPr>
          <a:xfrm flipH="1">
            <a:off x="2473071" y="2029735"/>
            <a:ext cx="1978470" cy="62705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934C113-0C75-53AD-A7B5-EBA54CFDA9B7}"/>
              </a:ext>
            </a:extLst>
          </p:cNvPr>
          <p:cNvSpPr txBox="1"/>
          <p:nvPr/>
        </p:nvSpPr>
        <p:spPr>
          <a:xfrm>
            <a:off x="4600338" y="1804221"/>
            <a:ext cx="933069" cy="369332"/>
          </a:xfrm>
          <a:prstGeom prst="rect">
            <a:avLst/>
          </a:prstGeom>
          <a:noFill/>
          <a:effectLst>
            <a:outerShdw blurRad="50800" dist="38100" dir="2700000" algn="tl" rotWithShape="0">
              <a:prstClr val="black">
                <a:alpha val="40000"/>
              </a:prstClr>
            </a:outerShdw>
          </a:effectLst>
        </p:spPr>
        <p:txBody>
          <a:bodyPr wrap="square">
            <a:spAutoFit/>
          </a:bodyPr>
          <a:lstStyle/>
          <a:p>
            <a:pPr lvl="0"/>
            <a:r>
              <a:rPr lang="en-US" b="1" dirty="0">
                <a:solidFill>
                  <a:schemeClr val="tx1"/>
                </a:solidFill>
              </a:rPr>
              <a:t>Wiring</a:t>
            </a:r>
            <a:endParaRPr lang="en-US" dirty="0"/>
          </a:p>
        </p:txBody>
      </p:sp>
      <p:cxnSp>
        <p:nvCxnSpPr>
          <p:cNvPr id="21" name="Straight Connector 20">
            <a:extLst>
              <a:ext uri="{FF2B5EF4-FFF2-40B4-BE49-F238E27FC236}">
                <a16:creationId xmlns:a16="http://schemas.microsoft.com/office/drawing/2014/main" id="{9A74722A-F364-075A-1A10-050842029ED1}"/>
              </a:ext>
            </a:extLst>
          </p:cNvPr>
          <p:cNvCxnSpPr>
            <a:cxnSpLocks/>
          </p:cNvCxnSpPr>
          <p:nvPr/>
        </p:nvCxnSpPr>
        <p:spPr>
          <a:xfrm flipH="1" flipV="1">
            <a:off x="2847086" y="4206522"/>
            <a:ext cx="1604455" cy="7806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973D524-AF9E-033D-1391-FEA7A2E81271}"/>
              </a:ext>
            </a:extLst>
          </p:cNvPr>
          <p:cNvSpPr txBox="1"/>
          <p:nvPr/>
        </p:nvSpPr>
        <p:spPr>
          <a:xfrm>
            <a:off x="4577857" y="3965437"/>
            <a:ext cx="1274635" cy="646331"/>
          </a:xfrm>
          <a:prstGeom prst="rect">
            <a:avLst/>
          </a:prstGeom>
          <a:noFill/>
          <a:effectLst>
            <a:outerShdw blurRad="50800" dist="38100" dir="2700000" algn="tl" rotWithShape="0">
              <a:prstClr val="black">
                <a:alpha val="40000"/>
              </a:prstClr>
            </a:outerShdw>
          </a:effectLst>
        </p:spPr>
        <p:txBody>
          <a:bodyPr wrap="square">
            <a:spAutoFit/>
          </a:bodyPr>
          <a:lstStyle/>
          <a:p>
            <a:pPr lvl="0"/>
            <a:r>
              <a:rPr lang="en-US" b="1" dirty="0">
                <a:solidFill>
                  <a:schemeClr val="tx1"/>
                </a:solidFill>
              </a:rPr>
              <a:t>Device Enclosure</a:t>
            </a:r>
            <a:endParaRPr lang="en-US" dirty="0"/>
          </a:p>
        </p:txBody>
      </p:sp>
      <p:sp>
        <p:nvSpPr>
          <p:cNvPr id="23" name="TextBox 22">
            <a:extLst>
              <a:ext uri="{FF2B5EF4-FFF2-40B4-BE49-F238E27FC236}">
                <a16:creationId xmlns:a16="http://schemas.microsoft.com/office/drawing/2014/main" id="{CB683F2B-4C15-4065-26E1-6213DA85BE2F}"/>
              </a:ext>
            </a:extLst>
          </p:cNvPr>
          <p:cNvSpPr txBox="1"/>
          <p:nvPr/>
        </p:nvSpPr>
        <p:spPr>
          <a:xfrm>
            <a:off x="5461213" y="2668368"/>
            <a:ext cx="1424219" cy="646331"/>
          </a:xfrm>
          <a:prstGeom prst="rect">
            <a:avLst/>
          </a:prstGeom>
          <a:noFill/>
          <a:effectLst>
            <a:outerShdw blurRad="50800" dist="38100" dir="2700000" algn="tl" rotWithShape="0">
              <a:prstClr val="black">
                <a:alpha val="40000"/>
              </a:prstClr>
            </a:outerShdw>
          </a:effectLst>
        </p:spPr>
        <p:txBody>
          <a:bodyPr wrap="square">
            <a:spAutoFit/>
          </a:bodyPr>
          <a:lstStyle/>
          <a:p>
            <a:pPr lvl="0"/>
            <a:r>
              <a:rPr lang="en-US" b="1" dirty="0">
                <a:solidFill>
                  <a:schemeClr val="tx1"/>
                </a:solidFill>
              </a:rPr>
              <a:t>Pillow</a:t>
            </a:r>
          </a:p>
          <a:p>
            <a:pPr lvl="0"/>
            <a:r>
              <a:rPr lang="en-US" b="1" dirty="0"/>
              <a:t>Attachment</a:t>
            </a:r>
            <a:endParaRPr lang="en-US" dirty="0"/>
          </a:p>
        </p:txBody>
      </p:sp>
    </p:spTree>
    <p:extLst>
      <p:ext uri="{BB962C8B-B14F-4D97-AF65-F5344CB8AC3E}">
        <p14:creationId xmlns:p14="http://schemas.microsoft.com/office/powerpoint/2010/main" val="3361408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AC163A2-E060-1038-B797-A6BF32E56961}"/>
              </a:ext>
            </a:extLst>
          </p:cNvPr>
          <p:cNvPicPr>
            <a:picLocks noChangeAspect="1"/>
          </p:cNvPicPr>
          <p:nvPr/>
        </p:nvPicPr>
        <p:blipFill>
          <a:blip r:embed="rId3"/>
          <a:srcRect b="2402"/>
          <a:stretch>
            <a:fillRect/>
          </a:stretch>
        </p:blipFill>
        <p:spPr>
          <a:xfrm>
            <a:off x="307775" y="585216"/>
            <a:ext cx="11624603" cy="6126480"/>
          </a:xfrm>
          <a:prstGeom prst="rect">
            <a:avLst/>
          </a:prstGeom>
        </p:spPr>
      </p:pic>
      <p:sp>
        <p:nvSpPr>
          <p:cNvPr id="11" name="TextBox 10">
            <a:extLst>
              <a:ext uri="{FF2B5EF4-FFF2-40B4-BE49-F238E27FC236}">
                <a16:creationId xmlns:a16="http://schemas.microsoft.com/office/drawing/2014/main" id="{7C6E4FB4-9051-864A-7E57-D7D8EED0F132}"/>
              </a:ext>
            </a:extLst>
          </p:cNvPr>
          <p:cNvSpPr txBox="1"/>
          <p:nvPr/>
        </p:nvSpPr>
        <p:spPr>
          <a:xfrm>
            <a:off x="4506550" y="-856"/>
            <a:ext cx="3178134" cy="769441"/>
          </a:xfrm>
          <a:prstGeom prst="rect">
            <a:avLst/>
          </a:prstGeom>
          <a:noFill/>
          <a:effectLst>
            <a:outerShdw blurRad="50800" dist="38100" dir="2700000" algn="tl" rotWithShape="0">
              <a:prstClr val="black">
                <a:alpha val="40000"/>
              </a:prstClr>
            </a:outerShdw>
          </a:effectLst>
        </p:spPr>
        <p:txBody>
          <a:bodyPr wrap="square">
            <a:spAutoFit/>
          </a:bodyPr>
          <a:lstStyle/>
          <a:p>
            <a:pPr algn="l"/>
            <a:r>
              <a:rPr lang="en-US" sz="4400" b="1" dirty="0">
                <a:latin typeface="+mj-lt"/>
                <a:ea typeface="+mj-ea"/>
                <a:cs typeface="+mj-cs"/>
              </a:rPr>
              <a:t>Gantt Chart</a:t>
            </a:r>
          </a:p>
        </p:txBody>
      </p:sp>
      <p:pic>
        <p:nvPicPr>
          <p:cNvPr id="12" name="Picture 4">
            <a:extLst>
              <a:ext uri="{FF2B5EF4-FFF2-40B4-BE49-F238E27FC236}">
                <a16:creationId xmlns:a16="http://schemas.microsoft.com/office/drawing/2014/main" id="{30F45AA2-0AC0-4D78-E45F-769882A1B46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309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2BD2F-D5EF-25AD-53C6-3E4212B2B906}"/>
              </a:ext>
            </a:extLst>
          </p:cNvPr>
          <p:cNvSpPr>
            <a:spLocks noGrp="1"/>
          </p:cNvSpPr>
          <p:nvPr>
            <p:ph type="title"/>
          </p:nvPr>
        </p:nvSpPr>
        <p:spPr>
          <a:xfrm>
            <a:off x="1783080" y="365124"/>
            <a:ext cx="8625840" cy="1325563"/>
          </a:xfrm>
          <a:effectLst>
            <a:outerShdw blurRad="50800" dist="38100" dir="2700000" algn="tl" rotWithShape="0">
              <a:prstClr val="black">
                <a:alpha val="40000"/>
              </a:prstClr>
            </a:outerShdw>
          </a:effectLst>
        </p:spPr>
        <p:txBody>
          <a:bodyPr/>
          <a:lstStyle/>
          <a:p>
            <a:r>
              <a:rPr lang="en-US" b="1" dirty="0"/>
              <a:t>Engineering and Industry Standards</a:t>
            </a:r>
          </a:p>
        </p:txBody>
      </p:sp>
      <p:graphicFrame>
        <p:nvGraphicFramePr>
          <p:cNvPr id="5" name="Content Placeholder 2">
            <a:extLst>
              <a:ext uri="{FF2B5EF4-FFF2-40B4-BE49-F238E27FC236}">
                <a16:creationId xmlns:a16="http://schemas.microsoft.com/office/drawing/2014/main" id="{3C169C79-5490-EE6E-B256-FD5CE7ABEF6B}"/>
              </a:ext>
            </a:extLst>
          </p:cNvPr>
          <p:cNvGraphicFramePr>
            <a:graphicFrameLocks noGrp="1"/>
          </p:cNvGraphicFramePr>
          <p:nvPr>
            <p:ph idx="1"/>
            <p:extLst>
              <p:ext uri="{D42A27DB-BD31-4B8C-83A1-F6EECF244321}">
                <p14:modId xmlns:p14="http://schemas.microsoft.com/office/powerpoint/2010/main" val="1378336473"/>
              </p:ext>
            </p:extLst>
          </p:nvPr>
        </p:nvGraphicFramePr>
        <p:xfrm>
          <a:off x="2455164" y="1162694"/>
          <a:ext cx="7281672" cy="37903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4">
            <a:extLst>
              <a:ext uri="{FF2B5EF4-FFF2-40B4-BE49-F238E27FC236}">
                <a16:creationId xmlns:a16="http://schemas.microsoft.com/office/drawing/2014/main" id="{B1DF56E5-EE67-5E53-CD49-3B3A251B3526}"/>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F82418C-7981-4BB1-364F-750929A7DAFC}"/>
              </a:ext>
            </a:extLst>
          </p:cNvPr>
          <p:cNvSpPr txBox="1"/>
          <p:nvPr/>
        </p:nvSpPr>
        <p:spPr>
          <a:xfrm>
            <a:off x="234623" y="4634226"/>
            <a:ext cx="9092184" cy="1858650"/>
          </a:xfrm>
          <a:prstGeom prst="rect">
            <a:avLst/>
          </a:prstGeom>
          <a:noFill/>
          <a:effectLst>
            <a:outerShdw blurRad="50800" dist="38100" dir="2700000" algn="tl" rotWithShape="0">
              <a:prstClr val="black">
                <a:alpha val="40000"/>
              </a:prstClr>
            </a:outerShdw>
          </a:effectLst>
        </p:spPr>
        <p:txBody>
          <a:bodyPr wrap="square">
            <a:spAutoFit/>
          </a:bodyPr>
          <a:lstStyle/>
          <a:p>
            <a:pPr fontAlgn="base">
              <a:lnSpc>
                <a:spcPts val="1650"/>
              </a:lnSpc>
              <a:spcBef>
                <a:spcPts val="1275"/>
              </a:spcBef>
            </a:pPr>
            <a:r>
              <a:rPr lang="en-US" b="1" dirty="0"/>
              <a:t>Chair to Mobile Device</a:t>
            </a:r>
          </a:p>
          <a:p>
            <a:pPr fontAlgn="base">
              <a:lnSpc>
                <a:spcPts val="1650"/>
              </a:lnSpc>
              <a:spcBef>
                <a:spcPts val="1275"/>
              </a:spcBef>
            </a:pPr>
            <a:r>
              <a:rPr lang="en-US" dirty="0"/>
              <a:t>Bluetooth Low Energy (BLE) Generic Attribute Profile (GATT)</a:t>
            </a:r>
          </a:p>
          <a:p>
            <a:pPr fontAlgn="base">
              <a:lnSpc>
                <a:spcPts val="1650"/>
              </a:lnSpc>
              <a:spcBef>
                <a:spcPts val="1275"/>
              </a:spcBef>
            </a:pPr>
            <a:r>
              <a:rPr lang="en-US" b="1" dirty="0"/>
              <a:t>Chair to cloud</a:t>
            </a:r>
          </a:p>
          <a:p>
            <a:pPr fontAlgn="base">
              <a:lnSpc>
                <a:spcPts val="1650"/>
              </a:lnSpc>
              <a:spcBef>
                <a:spcPts val="1275"/>
              </a:spcBef>
            </a:pPr>
            <a:r>
              <a:rPr lang="en-US" dirty="0"/>
              <a:t>Transmission Control Protocol / Internet Protocol (TCP/IP) </a:t>
            </a:r>
          </a:p>
          <a:p>
            <a:pPr fontAlgn="base">
              <a:lnSpc>
                <a:spcPts val="1650"/>
              </a:lnSpc>
              <a:spcBef>
                <a:spcPts val="1275"/>
              </a:spcBef>
            </a:pPr>
            <a:r>
              <a:rPr lang="en-US" dirty="0"/>
              <a:t>Transport Layer Security (TLS) Hypertext Transfer Protocol Secure (HTTPS) </a:t>
            </a:r>
            <a:endParaRPr lang="en-US" sz="2200" dirty="0">
              <a:solidFill>
                <a:prstClr val="white">
                  <a:hueOff val="0"/>
                  <a:satOff val="0"/>
                  <a:lumOff val="0"/>
                  <a:alphaOff val="0"/>
                </a:prstClr>
              </a:solidFill>
              <a:latin typeface="Aptos" panose="02110004020202020204"/>
            </a:endParaRPr>
          </a:p>
        </p:txBody>
      </p:sp>
    </p:spTree>
    <p:extLst>
      <p:ext uri="{BB962C8B-B14F-4D97-AF65-F5344CB8AC3E}">
        <p14:creationId xmlns:p14="http://schemas.microsoft.com/office/powerpoint/2010/main" val="1455225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50000"/>
            <a:lumOff val="50000"/>
          </a:schemeClr>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E41B2A-BDEF-1747-4ECE-2BFC0990881C}"/>
              </a:ext>
            </a:extLst>
          </p:cNvPr>
          <p:cNvSpPr>
            <a:spLocks noGrp="1"/>
          </p:cNvSpPr>
          <p:nvPr>
            <p:ph type="title"/>
          </p:nvPr>
        </p:nvSpPr>
        <p:spPr>
          <a:xfrm>
            <a:off x="838200" y="557188"/>
            <a:ext cx="10515600" cy="1133499"/>
          </a:xfrm>
          <a:effectLst>
            <a:outerShdw blurRad="50800" dist="38100" dir="2700000" algn="tl" rotWithShape="0">
              <a:prstClr val="black">
                <a:alpha val="40000"/>
              </a:prstClr>
            </a:outerShdw>
          </a:effectLst>
        </p:spPr>
        <p:txBody>
          <a:bodyPr>
            <a:normAutofit/>
          </a:bodyPr>
          <a:lstStyle/>
          <a:p>
            <a:pPr algn="ctr"/>
            <a:r>
              <a:rPr lang="en-US" sz="5200" b="1" dirty="0"/>
              <a:t>Why This Project Matters?</a:t>
            </a:r>
          </a:p>
        </p:txBody>
      </p:sp>
      <p:pic>
        <p:nvPicPr>
          <p:cNvPr id="4" name="Picture 4">
            <a:extLst>
              <a:ext uri="{FF2B5EF4-FFF2-40B4-BE49-F238E27FC236}">
                <a16:creationId xmlns:a16="http://schemas.microsoft.com/office/drawing/2014/main" id="{B16A79DF-ADB6-2309-6CBF-633D7883FC7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ontent Placeholder 2">
            <a:extLst>
              <a:ext uri="{FF2B5EF4-FFF2-40B4-BE49-F238E27FC236}">
                <a16:creationId xmlns:a16="http://schemas.microsoft.com/office/drawing/2014/main" id="{A3469E86-8F80-E404-DD53-07463BABA07D}"/>
              </a:ext>
            </a:extLst>
          </p:cNvPr>
          <p:cNvGraphicFramePr>
            <a:graphicFrameLocks noGrp="1"/>
          </p:cNvGraphicFramePr>
          <p:nvPr>
            <p:ph idx="1"/>
            <p:extLst>
              <p:ext uri="{D42A27DB-BD31-4B8C-83A1-F6EECF244321}">
                <p14:modId xmlns:p14="http://schemas.microsoft.com/office/powerpoint/2010/main" val="140240160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66158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AEAE746-7CDF-2A07-3CD1-55954CC68CA2}"/>
              </a:ext>
            </a:extLst>
          </p:cNvPr>
          <p:cNvSpPr txBox="1"/>
          <p:nvPr/>
        </p:nvSpPr>
        <p:spPr>
          <a:xfrm>
            <a:off x="630936" y="2807208"/>
            <a:ext cx="3429000" cy="3410712"/>
          </a:xfrm>
          <a:prstGeom prst="rect">
            <a:avLst/>
          </a:prstGeom>
        </p:spPr>
        <p:txBody>
          <a:bodyPr vert="horz" lIns="91440" tIns="45720" rIns="91440" bIns="45720" rtlCol="0" anchor="t">
            <a:normAutofit/>
          </a:bodyPr>
          <a:lstStyle/>
          <a:p>
            <a:pPr defTabSz="914400">
              <a:lnSpc>
                <a:spcPct val="90000"/>
              </a:lnSpc>
              <a:spcAft>
                <a:spcPts val="600"/>
              </a:spcAft>
            </a:pPr>
            <a:r>
              <a:rPr lang="en-US" sz="2200" dirty="0">
                <a:solidFill>
                  <a:schemeClr val="bg1"/>
                </a:solidFill>
              </a:rPr>
              <a:t>This is our </a:t>
            </a:r>
            <a:r>
              <a:rPr lang="en-US" sz="2200" dirty="0" err="1">
                <a:solidFill>
                  <a:schemeClr val="bg1"/>
                </a:solidFill>
              </a:rPr>
              <a:t>Github</a:t>
            </a:r>
            <a:r>
              <a:rPr lang="en-US" sz="2200" dirty="0">
                <a:solidFill>
                  <a:schemeClr val="bg1"/>
                </a:solidFill>
              </a:rPr>
              <a:t> Repository, includes more details and displays our team progress</a:t>
            </a:r>
          </a:p>
          <a:p>
            <a:pPr defTabSz="914400">
              <a:lnSpc>
                <a:spcPct val="90000"/>
              </a:lnSpc>
              <a:spcAft>
                <a:spcPts val="600"/>
              </a:spcAft>
            </a:pPr>
            <a:endParaRPr lang="en-US" sz="2200" dirty="0">
              <a:solidFill>
                <a:schemeClr val="bg1"/>
              </a:solidFill>
            </a:endParaRPr>
          </a:p>
          <a:p>
            <a:pPr defTabSz="914400">
              <a:lnSpc>
                <a:spcPct val="90000"/>
              </a:lnSpc>
              <a:spcAft>
                <a:spcPts val="600"/>
              </a:spcAft>
            </a:pPr>
            <a:r>
              <a:rPr lang="en-US" sz="2200" dirty="0">
                <a:solidFill>
                  <a:schemeClr val="bg1"/>
                </a:solidFill>
              </a:rPr>
              <a:t>Scan the QR code and check it out!</a:t>
            </a:r>
          </a:p>
        </p:txBody>
      </p:sp>
      <p:pic>
        <p:nvPicPr>
          <p:cNvPr id="5" name="Picture 4">
            <a:extLst>
              <a:ext uri="{FF2B5EF4-FFF2-40B4-BE49-F238E27FC236}">
                <a16:creationId xmlns:a16="http://schemas.microsoft.com/office/drawing/2014/main" id="{46522836-A379-FD2F-8BAE-45D466360E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1828" y="138494"/>
            <a:ext cx="6581012" cy="6581012"/>
          </a:xfrm>
          <a:prstGeom prst="rect">
            <a:avLst/>
          </a:prstGeom>
        </p:spPr>
      </p:pic>
      <p:pic>
        <p:nvPicPr>
          <p:cNvPr id="8" name="Picture 4">
            <a:extLst>
              <a:ext uri="{FF2B5EF4-FFF2-40B4-BE49-F238E27FC236}">
                <a16:creationId xmlns:a16="http://schemas.microsoft.com/office/drawing/2014/main" id="{B7CCB325-6A44-D86F-BE7A-80A92703632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29160" y="138494"/>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39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Triangle 2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9F4B2E-A362-2621-3A98-B0E759F6E51A}"/>
              </a:ext>
            </a:extLst>
          </p:cNvPr>
          <p:cNvSpPr>
            <a:spLocks noGrp="1"/>
          </p:cNvSpPr>
          <p:nvPr>
            <p:ph type="ctrTitle"/>
          </p:nvPr>
        </p:nvSpPr>
        <p:spPr>
          <a:xfrm>
            <a:off x="1285241" y="1008993"/>
            <a:ext cx="9231410" cy="3542045"/>
          </a:xfrm>
          <a:effectLst>
            <a:outerShdw blurRad="50800" dist="38100" dir="2700000" algn="tl" rotWithShape="0">
              <a:prstClr val="black">
                <a:alpha val="40000"/>
              </a:prstClr>
            </a:outerShdw>
          </a:effectLst>
        </p:spPr>
        <p:txBody>
          <a:bodyPr anchor="b">
            <a:normAutofit/>
          </a:bodyPr>
          <a:lstStyle/>
          <a:p>
            <a:pPr algn="l"/>
            <a:r>
              <a:rPr lang="en-US" sz="11500" b="1" dirty="0">
                <a:solidFill>
                  <a:schemeClr val="bg1"/>
                </a:solidFill>
              </a:rPr>
              <a:t>Thanks for your attention!</a:t>
            </a:r>
          </a:p>
        </p:txBody>
      </p:sp>
      <p:sp>
        <p:nvSpPr>
          <p:cNvPr id="3" name="Subtitle 2">
            <a:extLst>
              <a:ext uri="{FF2B5EF4-FFF2-40B4-BE49-F238E27FC236}">
                <a16:creationId xmlns:a16="http://schemas.microsoft.com/office/drawing/2014/main" id="{E5F0B737-8E2C-DA57-8A37-A69E143D4088}"/>
              </a:ext>
            </a:extLst>
          </p:cNvPr>
          <p:cNvSpPr>
            <a:spLocks noGrp="1"/>
          </p:cNvSpPr>
          <p:nvPr>
            <p:ph type="subTitle" idx="1"/>
          </p:nvPr>
        </p:nvSpPr>
        <p:spPr>
          <a:xfrm>
            <a:off x="1285241" y="4582814"/>
            <a:ext cx="7132335" cy="1312657"/>
          </a:xfrm>
        </p:spPr>
        <p:txBody>
          <a:bodyPr anchor="t">
            <a:normAutofit/>
          </a:bodyPr>
          <a:lstStyle/>
          <a:p>
            <a:pPr algn="l"/>
            <a:r>
              <a:rPr lang="en-US" dirty="0">
                <a:solidFill>
                  <a:schemeClr val="bg1"/>
                </a:solidFill>
              </a:rPr>
              <a:t>Feel free to ask any questions!</a:t>
            </a:r>
          </a:p>
        </p:txBody>
      </p:sp>
      <p:pic>
        <p:nvPicPr>
          <p:cNvPr id="4" name="Picture 4">
            <a:extLst>
              <a:ext uri="{FF2B5EF4-FFF2-40B4-BE49-F238E27FC236}">
                <a16:creationId xmlns:a16="http://schemas.microsoft.com/office/drawing/2014/main" id="{0C0B3712-1FBD-9C56-5442-7A93CBDA229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110372" y="261437"/>
            <a:ext cx="773853" cy="781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19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354</TotalTime>
  <Words>762</Words>
  <Application>Microsoft Office PowerPoint</Application>
  <PresentationFormat>Widescreen</PresentationFormat>
  <Paragraphs>84</Paragraphs>
  <Slides>16</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Selawik</vt:lpstr>
      <vt:lpstr>Selawik Semibold</vt:lpstr>
      <vt:lpstr>Office Theme</vt:lpstr>
      <vt:lpstr>P.P.A.M.S.</vt:lpstr>
      <vt:lpstr>70-90% of people working office jobs experience low back pain!</vt:lpstr>
      <vt:lpstr>Our Solution? PPAMS</vt:lpstr>
      <vt:lpstr>How It Works…?</vt:lpstr>
      <vt:lpstr>PowerPoint Presentation</vt:lpstr>
      <vt:lpstr>PowerPoint Presentation</vt:lpstr>
      <vt:lpstr>Calibration &amp; Adaptation</vt:lpstr>
      <vt:lpstr>Mobile Application</vt:lpstr>
      <vt:lpstr>PPAMS Connect</vt:lpstr>
      <vt:lpstr>PowerPoint Presentation</vt:lpstr>
      <vt:lpstr>PowerPoint Presentation</vt:lpstr>
      <vt:lpstr>PowerPoint Presentation</vt:lpstr>
      <vt:lpstr>Engineering and Industry Standards</vt:lpstr>
      <vt:lpstr>Why This Project Matters?</vt:lpstr>
      <vt:lpstr>PowerPoint Presentation</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Samir Mansour</dc:creator>
  <cp:lastModifiedBy>Samir Mansour</cp:lastModifiedBy>
  <cp:revision>25</cp:revision>
  <dcterms:created xsi:type="dcterms:W3CDTF">2025-12-11T13:43:11Z</dcterms:created>
  <dcterms:modified xsi:type="dcterms:W3CDTF">2026-02-12T11:11:03Z</dcterms:modified>
</cp:coreProperties>
</file>