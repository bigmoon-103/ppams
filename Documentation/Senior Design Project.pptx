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56" r:id="rId2"/>
    <p:sldId id="258" r:id="rId3"/>
    <p:sldId id="257" r:id="rId4"/>
    <p:sldId id="259" r:id="rId5"/>
    <p:sldId id="260" r:id="rId6"/>
    <p:sldId id="261" r:id="rId7"/>
    <p:sldId id="262" r:id="rId8"/>
    <p:sldId id="272" r:id="rId9"/>
    <p:sldId id="271" r:id="rId10"/>
    <p:sldId id="270" r:id="rId11"/>
    <p:sldId id="263" r:id="rId12"/>
    <p:sldId id="264" r:id="rId13"/>
    <p:sldId id="265" r:id="rId14"/>
    <p:sldId id="268" r:id="rId15"/>
    <p:sldId id="266" r:id="rId16"/>
    <p:sldId id="267"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8" d="100"/>
          <a:sy n="108"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4.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C249DC-3406-41CB-9302-DDCB84622C3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E0A4955-07D1-4641-BAAD-45E1496FCCD6}">
      <dgm:prSet custT="1"/>
      <dgm:spPr/>
      <dgm:t>
        <a:bodyPr/>
        <a:lstStyle/>
        <a:p>
          <a:r>
            <a:rPr lang="en-US" sz="2400" dirty="0"/>
            <a:t>Smart hardware with a brilliant feedback system!</a:t>
          </a:r>
        </a:p>
      </dgm:t>
    </dgm:pt>
    <dgm:pt modelId="{5453065E-77A6-4E68-A874-1824A09FFB44}" type="parTrans" cxnId="{F55E2FD1-43D7-4A7D-A949-4EFD3EDD08C3}">
      <dgm:prSet/>
      <dgm:spPr/>
      <dgm:t>
        <a:bodyPr/>
        <a:lstStyle/>
        <a:p>
          <a:endParaRPr lang="en-US"/>
        </a:p>
      </dgm:t>
    </dgm:pt>
    <dgm:pt modelId="{805B7BAF-1DD4-4DC4-A97B-AE169D0C5070}" type="sibTrans" cxnId="{F55E2FD1-43D7-4A7D-A949-4EFD3EDD08C3}">
      <dgm:prSet/>
      <dgm:spPr/>
      <dgm:t>
        <a:bodyPr/>
        <a:lstStyle/>
        <a:p>
          <a:endParaRPr lang="en-US"/>
        </a:p>
      </dgm:t>
    </dgm:pt>
    <dgm:pt modelId="{57574E18-63D6-483D-B7C4-9A751A5AA1B6}">
      <dgm:prSet custT="1"/>
      <dgm:spPr/>
      <dgm:t>
        <a:bodyPr/>
        <a:lstStyle/>
        <a:p>
          <a:pPr>
            <a:lnSpc>
              <a:spcPct val="100000"/>
            </a:lnSpc>
          </a:pPr>
          <a:r>
            <a:rPr lang="en-US" sz="3600" dirty="0"/>
            <a:t>Sensors measure posture</a:t>
          </a:r>
        </a:p>
      </dgm:t>
    </dgm:pt>
    <dgm:pt modelId="{F9D758AD-B8C0-4C49-AC92-032B1BBEE88C}" type="parTrans" cxnId="{DFD7F822-AE5A-4E1B-86F9-7F1D089ABA27}">
      <dgm:prSet/>
      <dgm:spPr/>
      <dgm:t>
        <a:bodyPr/>
        <a:lstStyle/>
        <a:p>
          <a:endParaRPr lang="en-US"/>
        </a:p>
      </dgm:t>
    </dgm:pt>
    <dgm:pt modelId="{D5E5EAA8-75D7-4E97-B945-A4C8176B6FDF}" type="sibTrans" cxnId="{DFD7F822-AE5A-4E1B-86F9-7F1D089ABA27}">
      <dgm:prSet/>
      <dgm:spPr/>
      <dgm:t>
        <a:bodyPr/>
        <a:lstStyle/>
        <a:p>
          <a:endParaRPr lang="en-US"/>
        </a:p>
      </dgm:t>
    </dgm:pt>
    <dgm:pt modelId="{961169AA-F10D-44D2-B71C-BABE1D7C4781}">
      <dgm:prSet custT="1"/>
      <dgm:spPr/>
      <dgm:t>
        <a:bodyPr/>
        <a:lstStyle/>
        <a:p>
          <a:r>
            <a:rPr lang="en-US" sz="3600" dirty="0"/>
            <a:t>Posture analysis through device</a:t>
          </a:r>
        </a:p>
      </dgm:t>
    </dgm:pt>
    <dgm:pt modelId="{BC5B2B67-D36F-4D3A-9473-20D09970BC84}" type="parTrans" cxnId="{30F9EC12-25B1-49E7-9ED5-F708C3F1972F}">
      <dgm:prSet/>
      <dgm:spPr/>
      <dgm:t>
        <a:bodyPr/>
        <a:lstStyle/>
        <a:p>
          <a:endParaRPr lang="en-US"/>
        </a:p>
      </dgm:t>
    </dgm:pt>
    <dgm:pt modelId="{9C1A5479-1EF2-4EE6-9FC8-7DB469E34CA5}" type="sibTrans" cxnId="{30F9EC12-25B1-49E7-9ED5-F708C3F1972F}">
      <dgm:prSet/>
      <dgm:spPr/>
      <dgm:t>
        <a:bodyPr/>
        <a:lstStyle/>
        <a:p>
          <a:endParaRPr lang="en-US"/>
        </a:p>
      </dgm:t>
    </dgm:pt>
    <dgm:pt modelId="{A8615FB9-C6F7-4EE6-A542-55286AA056C2}">
      <dgm:prSet custT="1"/>
      <dgm:spPr/>
      <dgm:t>
        <a:bodyPr/>
        <a:lstStyle/>
        <a:p>
          <a:r>
            <a:rPr lang="en-US" sz="3600" dirty="0"/>
            <a:t>User sent an alert</a:t>
          </a:r>
        </a:p>
      </dgm:t>
    </dgm:pt>
    <dgm:pt modelId="{59B3AE05-DDD7-4775-94B4-71EFF691E34D}" type="parTrans" cxnId="{0D87C86F-06AA-486A-9DE8-1FC9FB4B054D}">
      <dgm:prSet/>
      <dgm:spPr/>
      <dgm:t>
        <a:bodyPr/>
        <a:lstStyle/>
        <a:p>
          <a:endParaRPr lang="en-US"/>
        </a:p>
      </dgm:t>
    </dgm:pt>
    <dgm:pt modelId="{986CC183-2134-4B33-B756-4F4E6149D3F8}" type="sibTrans" cxnId="{0D87C86F-06AA-486A-9DE8-1FC9FB4B054D}">
      <dgm:prSet/>
      <dgm:spPr/>
      <dgm:t>
        <a:bodyPr/>
        <a:lstStyle/>
        <a:p>
          <a:endParaRPr lang="en-US"/>
        </a:p>
      </dgm:t>
    </dgm:pt>
    <dgm:pt modelId="{50078BF9-C24F-449E-A10A-4AB9E5F27C58}">
      <dgm:prSet custT="1"/>
      <dgm:spPr/>
      <dgm:t>
        <a:bodyPr/>
        <a:lstStyle/>
        <a:p>
          <a:r>
            <a:rPr lang="en-US" sz="3600" dirty="0"/>
            <a:t>App shows data and trends</a:t>
          </a:r>
        </a:p>
      </dgm:t>
    </dgm:pt>
    <dgm:pt modelId="{0E28BC5C-6CBF-4471-AD97-655405D807CC}" type="parTrans" cxnId="{8948E2CE-C47D-4FAB-B6C2-7E0E315D196A}">
      <dgm:prSet/>
      <dgm:spPr/>
      <dgm:t>
        <a:bodyPr/>
        <a:lstStyle/>
        <a:p>
          <a:endParaRPr lang="en-US"/>
        </a:p>
      </dgm:t>
    </dgm:pt>
    <dgm:pt modelId="{4FF1F453-29BD-4D95-A560-91C6CD30E734}" type="sibTrans" cxnId="{8948E2CE-C47D-4FAB-B6C2-7E0E315D196A}">
      <dgm:prSet/>
      <dgm:spPr/>
      <dgm:t>
        <a:bodyPr/>
        <a:lstStyle/>
        <a:p>
          <a:endParaRPr lang="en-US"/>
        </a:p>
      </dgm:t>
    </dgm:pt>
    <dgm:pt modelId="{2581C45F-AFA9-4F8B-BD54-3577401FCD87}" type="pres">
      <dgm:prSet presAssocID="{A1C249DC-3406-41CB-9302-DDCB84622C34}" presName="vert0" presStyleCnt="0">
        <dgm:presLayoutVars>
          <dgm:dir/>
          <dgm:animOne val="branch"/>
          <dgm:animLvl val="lvl"/>
        </dgm:presLayoutVars>
      </dgm:prSet>
      <dgm:spPr/>
    </dgm:pt>
    <dgm:pt modelId="{F671B79A-9705-4143-A996-4905FB76EA85}" type="pres">
      <dgm:prSet presAssocID="{CE0A4955-07D1-4641-BAAD-45E1496FCCD6}" presName="thickLine" presStyleLbl="alignNode1" presStyleIdx="0" presStyleCnt="1"/>
      <dgm:spPr/>
    </dgm:pt>
    <dgm:pt modelId="{D80E338B-0C84-4046-8DC8-42CA9A526FF5}" type="pres">
      <dgm:prSet presAssocID="{CE0A4955-07D1-4641-BAAD-45E1496FCCD6}" presName="horz1" presStyleCnt="0"/>
      <dgm:spPr/>
    </dgm:pt>
    <dgm:pt modelId="{86837E5F-6B14-47E1-9A97-44CDF47CB40D}" type="pres">
      <dgm:prSet presAssocID="{CE0A4955-07D1-4641-BAAD-45E1496FCCD6}" presName="tx1" presStyleLbl="revTx" presStyleIdx="0" presStyleCnt="5"/>
      <dgm:spPr/>
    </dgm:pt>
    <dgm:pt modelId="{5082FB8A-148D-4E36-B122-579A472CE162}" type="pres">
      <dgm:prSet presAssocID="{CE0A4955-07D1-4641-BAAD-45E1496FCCD6}" presName="vert1" presStyleCnt="0"/>
      <dgm:spPr/>
    </dgm:pt>
    <dgm:pt modelId="{376E3A9B-4EB8-4400-8F1E-259220D7B2FF}" type="pres">
      <dgm:prSet presAssocID="{57574E18-63D6-483D-B7C4-9A751A5AA1B6}" presName="vertSpace2a" presStyleCnt="0"/>
      <dgm:spPr/>
    </dgm:pt>
    <dgm:pt modelId="{4C74EB92-4323-4C84-ADA2-22F0824C19EA}" type="pres">
      <dgm:prSet presAssocID="{57574E18-63D6-483D-B7C4-9A751A5AA1B6}" presName="horz2" presStyleCnt="0"/>
      <dgm:spPr/>
    </dgm:pt>
    <dgm:pt modelId="{5F980E3A-978F-48F4-9672-2827ABB604EF}" type="pres">
      <dgm:prSet presAssocID="{57574E18-63D6-483D-B7C4-9A751A5AA1B6}" presName="horzSpace2" presStyleCnt="0"/>
      <dgm:spPr/>
    </dgm:pt>
    <dgm:pt modelId="{2EC87F2D-D569-4EDC-A608-5B4F5F53CE95}" type="pres">
      <dgm:prSet presAssocID="{57574E18-63D6-483D-B7C4-9A751A5AA1B6}" presName="tx2" presStyleLbl="revTx" presStyleIdx="1" presStyleCnt="5"/>
      <dgm:spPr/>
    </dgm:pt>
    <dgm:pt modelId="{8F582CA1-488B-45C7-ACA3-E2BE49455948}" type="pres">
      <dgm:prSet presAssocID="{57574E18-63D6-483D-B7C4-9A751A5AA1B6}" presName="vert2" presStyleCnt="0"/>
      <dgm:spPr/>
    </dgm:pt>
    <dgm:pt modelId="{1324E421-AC82-45D7-9DEA-3142A225743C}" type="pres">
      <dgm:prSet presAssocID="{57574E18-63D6-483D-B7C4-9A751A5AA1B6}" presName="thinLine2b" presStyleLbl="callout" presStyleIdx="0" presStyleCnt="4"/>
      <dgm:spPr/>
    </dgm:pt>
    <dgm:pt modelId="{E71755AF-05B7-4F21-B7E2-48F6D3A2735F}" type="pres">
      <dgm:prSet presAssocID="{57574E18-63D6-483D-B7C4-9A751A5AA1B6}" presName="vertSpace2b" presStyleCnt="0"/>
      <dgm:spPr/>
    </dgm:pt>
    <dgm:pt modelId="{C07F8CAD-5434-40EF-8F50-B559C20C5D3F}" type="pres">
      <dgm:prSet presAssocID="{961169AA-F10D-44D2-B71C-BABE1D7C4781}" presName="horz2" presStyleCnt="0"/>
      <dgm:spPr/>
    </dgm:pt>
    <dgm:pt modelId="{BB4657BE-FBEA-48D3-B984-B9E18D410652}" type="pres">
      <dgm:prSet presAssocID="{961169AA-F10D-44D2-B71C-BABE1D7C4781}" presName="horzSpace2" presStyleCnt="0"/>
      <dgm:spPr/>
    </dgm:pt>
    <dgm:pt modelId="{1FE0D2D5-0713-4FC3-B857-0339A12327B0}" type="pres">
      <dgm:prSet presAssocID="{961169AA-F10D-44D2-B71C-BABE1D7C4781}" presName="tx2" presStyleLbl="revTx" presStyleIdx="2" presStyleCnt="5"/>
      <dgm:spPr/>
    </dgm:pt>
    <dgm:pt modelId="{3249584F-A49F-4C17-BD8B-9872DAE528AD}" type="pres">
      <dgm:prSet presAssocID="{961169AA-F10D-44D2-B71C-BABE1D7C4781}" presName="vert2" presStyleCnt="0"/>
      <dgm:spPr/>
    </dgm:pt>
    <dgm:pt modelId="{82FD7D45-8750-4D72-AB69-0413858D8E62}" type="pres">
      <dgm:prSet presAssocID="{961169AA-F10D-44D2-B71C-BABE1D7C4781}" presName="thinLine2b" presStyleLbl="callout" presStyleIdx="1" presStyleCnt="4"/>
      <dgm:spPr/>
    </dgm:pt>
    <dgm:pt modelId="{B932B870-D74A-4A11-9282-2BFF4EF39A0F}" type="pres">
      <dgm:prSet presAssocID="{961169AA-F10D-44D2-B71C-BABE1D7C4781}" presName="vertSpace2b" presStyleCnt="0"/>
      <dgm:spPr/>
    </dgm:pt>
    <dgm:pt modelId="{680F8D70-5F5F-47D2-920C-1E03CC6F9BFD}" type="pres">
      <dgm:prSet presAssocID="{A8615FB9-C6F7-4EE6-A542-55286AA056C2}" presName="horz2" presStyleCnt="0"/>
      <dgm:spPr/>
    </dgm:pt>
    <dgm:pt modelId="{80B86E1C-EFCF-4D37-AA44-EBECA0840D1A}" type="pres">
      <dgm:prSet presAssocID="{A8615FB9-C6F7-4EE6-A542-55286AA056C2}" presName="horzSpace2" presStyleCnt="0"/>
      <dgm:spPr/>
    </dgm:pt>
    <dgm:pt modelId="{94BF3955-8592-4D32-AA8B-C907A7A820DF}" type="pres">
      <dgm:prSet presAssocID="{A8615FB9-C6F7-4EE6-A542-55286AA056C2}" presName="tx2" presStyleLbl="revTx" presStyleIdx="3" presStyleCnt="5"/>
      <dgm:spPr/>
    </dgm:pt>
    <dgm:pt modelId="{9E72F108-0E05-4949-8FAF-CC3912FB3F31}" type="pres">
      <dgm:prSet presAssocID="{A8615FB9-C6F7-4EE6-A542-55286AA056C2}" presName="vert2" presStyleCnt="0"/>
      <dgm:spPr/>
    </dgm:pt>
    <dgm:pt modelId="{0B6DD2E6-A5FE-481F-9002-92B60C91AC09}" type="pres">
      <dgm:prSet presAssocID="{A8615FB9-C6F7-4EE6-A542-55286AA056C2}" presName="thinLine2b" presStyleLbl="callout" presStyleIdx="2" presStyleCnt="4"/>
      <dgm:spPr/>
    </dgm:pt>
    <dgm:pt modelId="{3AD923F6-76F0-4F32-B852-0D132FB1F5BB}" type="pres">
      <dgm:prSet presAssocID="{A8615FB9-C6F7-4EE6-A542-55286AA056C2}" presName="vertSpace2b" presStyleCnt="0"/>
      <dgm:spPr/>
    </dgm:pt>
    <dgm:pt modelId="{B06578D9-EA67-4366-A1F7-84323153B9C9}" type="pres">
      <dgm:prSet presAssocID="{50078BF9-C24F-449E-A10A-4AB9E5F27C58}" presName="horz2" presStyleCnt="0"/>
      <dgm:spPr/>
    </dgm:pt>
    <dgm:pt modelId="{222A3910-75A9-41ED-A7CA-5BB816C5DD3A}" type="pres">
      <dgm:prSet presAssocID="{50078BF9-C24F-449E-A10A-4AB9E5F27C58}" presName="horzSpace2" presStyleCnt="0"/>
      <dgm:spPr/>
    </dgm:pt>
    <dgm:pt modelId="{A0B7DD51-4DA6-4AD7-918A-40F7D05C14B3}" type="pres">
      <dgm:prSet presAssocID="{50078BF9-C24F-449E-A10A-4AB9E5F27C58}" presName="tx2" presStyleLbl="revTx" presStyleIdx="4" presStyleCnt="5"/>
      <dgm:spPr/>
    </dgm:pt>
    <dgm:pt modelId="{F137E39C-A4F0-486F-A3C0-F086A7D155DE}" type="pres">
      <dgm:prSet presAssocID="{50078BF9-C24F-449E-A10A-4AB9E5F27C58}" presName="vert2" presStyleCnt="0"/>
      <dgm:spPr/>
    </dgm:pt>
    <dgm:pt modelId="{BB06E6B5-86E0-42D6-B466-A2C624DFB48C}" type="pres">
      <dgm:prSet presAssocID="{50078BF9-C24F-449E-A10A-4AB9E5F27C58}" presName="thinLine2b" presStyleLbl="callout" presStyleIdx="3" presStyleCnt="4"/>
      <dgm:spPr/>
    </dgm:pt>
    <dgm:pt modelId="{719E416B-2041-4904-8F8C-0DE271C23FD3}" type="pres">
      <dgm:prSet presAssocID="{50078BF9-C24F-449E-A10A-4AB9E5F27C58}" presName="vertSpace2b" presStyleCnt="0"/>
      <dgm:spPr/>
    </dgm:pt>
  </dgm:ptLst>
  <dgm:cxnLst>
    <dgm:cxn modelId="{30F9EC12-25B1-49E7-9ED5-F708C3F1972F}" srcId="{CE0A4955-07D1-4641-BAAD-45E1496FCCD6}" destId="{961169AA-F10D-44D2-B71C-BABE1D7C4781}" srcOrd="1" destOrd="0" parTransId="{BC5B2B67-D36F-4D3A-9473-20D09970BC84}" sibTransId="{9C1A5479-1EF2-4EE6-9FC8-7DB469E34CA5}"/>
    <dgm:cxn modelId="{DFD7F822-AE5A-4E1B-86F9-7F1D089ABA27}" srcId="{CE0A4955-07D1-4641-BAAD-45E1496FCCD6}" destId="{57574E18-63D6-483D-B7C4-9A751A5AA1B6}" srcOrd="0" destOrd="0" parTransId="{F9D758AD-B8C0-4C49-AC92-032B1BBEE88C}" sibTransId="{D5E5EAA8-75D7-4E97-B945-A4C8176B6FDF}"/>
    <dgm:cxn modelId="{A4E08839-DE72-4426-B322-B728DD389755}" type="presOf" srcId="{A1C249DC-3406-41CB-9302-DDCB84622C34}" destId="{2581C45F-AFA9-4F8B-BD54-3577401FCD87}" srcOrd="0" destOrd="0" presId="urn:microsoft.com/office/officeart/2008/layout/LinedList"/>
    <dgm:cxn modelId="{0D87C86F-06AA-486A-9DE8-1FC9FB4B054D}" srcId="{CE0A4955-07D1-4641-BAAD-45E1496FCCD6}" destId="{A8615FB9-C6F7-4EE6-A542-55286AA056C2}" srcOrd="2" destOrd="0" parTransId="{59B3AE05-DDD7-4775-94B4-71EFF691E34D}" sibTransId="{986CC183-2134-4B33-B756-4F4E6149D3F8}"/>
    <dgm:cxn modelId="{E6F7918A-F849-4126-A169-C1A3A83E89FC}" type="presOf" srcId="{50078BF9-C24F-449E-A10A-4AB9E5F27C58}" destId="{A0B7DD51-4DA6-4AD7-918A-40F7D05C14B3}" srcOrd="0" destOrd="0" presId="urn:microsoft.com/office/officeart/2008/layout/LinedList"/>
    <dgm:cxn modelId="{161764AD-90EF-46D2-A6A3-84A026A7ABC8}" type="presOf" srcId="{961169AA-F10D-44D2-B71C-BABE1D7C4781}" destId="{1FE0D2D5-0713-4FC3-B857-0339A12327B0}" srcOrd="0" destOrd="0" presId="urn:microsoft.com/office/officeart/2008/layout/LinedList"/>
    <dgm:cxn modelId="{8948E2CE-C47D-4FAB-B6C2-7E0E315D196A}" srcId="{CE0A4955-07D1-4641-BAAD-45E1496FCCD6}" destId="{50078BF9-C24F-449E-A10A-4AB9E5F27C58}" srcOrd="3" destOrd="0" parTransId="{0E28BC5C-6CBF-4471-AD97-655405D807CC}" sibTransId="{4FF1F453-29BD-4D95-A560-91C6CD30E734}"/>
    <dgm:cxn modelId="{F55E2FD1-43D7-4A7D-A949-4EFD3EDD08C3}" srcId="{A1C249DC-3406-41CB-9302-DDCB84622C34}" destId="{CE0A4955-07D1-4641-BAAD-45E1496FCCD6}" srcOrd="0" destOrd="0" parTransId="{5453065E-77A6-4E68-A874-1824A09FFB44}" sibTransId="{805B7BAF-1DD4-4DC4-A97B-AE169D0C5070}"/>
    <dgm:cxn modelId="{258314D2-923D-4C51-92FD-CE433B8D9EFA}" type="presOf" srcId="{57574E18-63D6-483D-B7C4-9A751A5AA1B6}" destId="{2EC87F2D-D569-4EDC-A608-5B4F5F53CE95}" srcOrd="0" destOrd="0" presId="urn:microsoft.com/office/officeart/2008/layout/LinedList"/>
    <dgm:cxn modelId="{D68385E8-C7DA-4B6E-A65F-9D58AE24E218}" type="presOf" srcId="{A8615FB9-C6F7-4EE6-A542-55286AA056C2}" destId="{94BF3955-8592-4D32-AA8B-C907A7A820DF}" srcOrd="0" destOrd="0" presId="urn:microsoft.com/office/officeart/2008/layout/LinedList"/>
    <dgm:cxn modelId="{0377CDEE-CA44-4256-832F-7C32DD17766B}" type="presOf" srcId="{CE0A4955-07D1-4641-BAAD-45E1496FCCD6}" destId="{86837E5F-6B14-47E1-9A97-44CDF47CB40D}" srcOrd="0" destOrd="0" presId="urn:microsoft.com/office/officeart/2008/layout/LinedList"/>
    <dgm:cxn modelId="{F71E73C1-E51E-4C28-90BB-8F154832E803}" type="presParOf" srcId="{2581C45F-AFA9-4F8B-BD54-3577401FCD87}" destId="{F671B79A-9705-4143-A996-4905FB76EA85}" srcOrd="0" destOrd="0" presId="urn:microsoft.com/office/officeart/2008/layout/LinedList"/>
    <dgm:cxn modelId="{27B66FD7-50B5-4AAE-A888-FAB08314F20B}" type="presParOf" srcId="{2581C45F-AFA9-4F8B-BD54-3577401FCD87}" destId="{D80E338B-0C84-4046-8DC8-42CA9A526FF5}" srcOrd="1" destOrd="0" presId="urn:microsoft.com/office/officeart/2008/layout/LinedList"/>
    <dgm:cxn modelId="{E614631E-E253-4143-9F0C-C70FFA6D7918}" type="presParOf" srcId="{D80E338B-0C84-4046-8DC8-42CA9A526FF5}" destId="{86837E5F-6B14-47E1-9A97-44CDF47CB40D}" srcOrd="0" destOrd="0" presId="urn:microsoft.com/office/officeart/2008/layout/LinedList"/>
    <dgm:cxn modelId="{7AB4DF9F-F699-43AC-8EE0-823D180312AD}" type="presParOf" srcId="{D80E338B-0C84-4046-8DC8-42CA9A526FF5}" destId="{5082FB8A-148D-4E36-B122-579A472CE162}" srcOrd="1" destOrd="0" presId="urn:microsoft.com/office/officeart/2008/layout/LinedList"/>
    <dgm:cxn modelId="{7D44F7F9-5632-46B4-A303-75A1AD5C3E3F}" type="presParOf" srcId="{5082FB8A-148D-4E36-B122-579A472CE162}" destId="{376E3A9B-4EB8-4400-8F1E-259220D7B2FF}" srcOrd="0" destOrd="0" presId="urn:microsoft.com/office/officeart/2008/layout/LinedList"/>
    <dgm:cxn modelId="{946FA127-9DA1-44ED-A805-9A11B8325E8C}" type="presParOf" srcId="{5082FB8A-148D-4E36-B122-579A472CE162}" destId="{4C74EB92-4323-4C84-ADA2-22F0824C19EA}" srcOrd="1" destOrd="0" presId="urn:microsoft.com/office/officeart/2008/layout/LinedList"/>
    <dgm:cxn modelId="{DDBDA52C-540C-402A-BB2F-5C8DF29FEDFF}" type="presParOf" srcId="{4C74EB92-4323-4C84-ADA2-22F0824C19EA}" destId="{5F980E3A-978F-48F4-9672-2827ABB604EF}" srcOrd="0" destOrd="0" presId="urn:microsoft.com/office/officeart/2008/layout/LinedList"/>
    <dgm:cxn modelId="{2AA8C7E7-938A-48F6-9AC6-111A9C7FC567}" type="presParOf" srcId="{4C74EB92-4323-4C84-ADA2-22F0824C19EA}" destId="{2EC87F2D-D569-4EDC-A608-5B4F5F53CE95}" srcOrd="1" destOrd="0" presId="urn:microsoft.com/office/officeart/2008/layout/LinedList"/>
    <dgm:cxn modelId="{C13E44D1-3747-4EF6-B83C-76F027222819}" type="presParOf" srcId="{4C74EB92-4323-4C84-ADA2-22F0824C19EA}" destId="{8F582CA1-488B-45C7-ACA3-E2BE49455948}" srcOrd="2" destOrd="0" presId="urn:microsoft.com/office/officeart/2008/layout/LinedList"/>
    <dgm:cxn modelId="{497686EF-43CD-4B38-AA8F-59F6C7B21105}" type="presParOf" srcId="{5082FB8A-148D-4E36-B122-579A472CE162}" destId="{1324E421-AC82-45D7-9DEA-3142A225743C}" srcOrd="2" destOrd="0" presId="urn:microsoft.com/office/officeart/2008/layout/LinedList"/>
    <dgm:cxn modelId="{0FC55722-3F2C-423D-B322-3DEE720865A9}" type="presParOf" srcId="{5082FB8A-148D-4E36-B122-579A472CE162}" destId="{E71755AF-05B7-4F21-B7E2-48F6D3A2735F}" srcOrd="3" destOrd="0" presId="urn:microsoft.com/office/officeart/2008/layout/LinedList"/>
    <dgm:cxn modelId="{94BA8F62-27F8-4C88-BF7A-B24CA5631F23}" type="presParOf" srcId="{5082FB8A-148D-4E36-B122-579A472CE162}" destId="{C07F8CAD-5434-40EF-8F50-B559C20C5D3F}" srcOrd="4" destOrd="0" presId="urn:microsoft.com/office/officeart/2008/layout/LinedList"/>
    <dgm:cxn modelId="{B8D1DDC5-04CA-4EBB-9874-B20024FE86F3}" type="presParOf" srcId="{C07F8CAD-5434-40EF-8F50-B559C20C5D3F}" destId="{BB4657BE-FBEA-48D3-B984-B9E18D410652}" srcOrd="0" destOrd="0" presId="urn:microsoft.com/office/officeart/2008/layout/LinedList"/>
    <dgm:cxn modelId="{FFB31CC0-209F-4425-880F-BEAFD19DA88F}" type="presParOf" srcId="{C07F8CAD-5434-40EF-8F50-B559C20C5D3F}" destId="{1FE0D2D5-0713-4FC3-B857-0339A12327B0}" srcOrd="1" destOrd="0" presId="urn:microsoft.com/office/officeart/2008/layout/LinedList"/>
    <dgm:cxn modelId="{38434AE8-B2E9-4399-90CF-3542E500BF1D}" type="presParOf" srcId="{C07F8CAD-5434-40EF-8F50-B559C20C5D3F}" destId="{3249584F-A49F-4C17-BD8B-9872DAE528AD}" srcOrd="2" destOrd="0" presId="urn:microsoft.com/office/officeart/2008/layout/LinedList"/>
    <dgm:cxn modelId="{F0B3A5CE-7B12-49AC-9C3E-5721616C3094}" type="presParOf" srcId="{5082FB8A-148D-4E36-B122-579A472CE162}" destId="{82FD7D45-8750-4D72-AB69-0413858D8E62}" srcOrd="5" destOrd="0" presId="urn:microsoft.com/office/officeart/2008/layout/LinedList"/>
    <dgm:cxn modelId="{C8FC0EBF-4D5B-4BB9-8116-768967780C8D}" type="presParOf" srcId="{5082FB8A-148D-4E36-B122-579A472CE162}" destId="{B932B870-D74A-4A11-9282-2BFF4EF39A0F}" srcOrd="6" destOrd="0" presId="urn:microsoft.com/office/officeart/2008/layout/LinedList"/>
    <dgm:cxn modelId="{D666ECE6-9067-4300-B1E2-CBAF61E6A2E0}" type="presParOf" srcId="{5082FB8A-148D-4E36-B122-579A472CE162}" destId="{680F8D70-5F5F-47D2-920C-1E03CC6F9BFD}" srcOrd="7" destOrd="0" presId="urn:microsoft.com/office/officeart/2008/layout/LinedList"/>
    <dgm:cxn modelId="{36D60565-7149-4C4C-970A-D3556934C869}" type="presParOf" srcId="{680F8D70-5F5F-47D2-920C-1E03CC6F9BFD}" destId="{80B86E1C-EFCF-4D37-AA44-EBECA0840D1A}" srcOrd="0" destOrd="0" presId="urn:microsoft.com/office/officeart/2008/layout/LinedList"/>
    <dgm:cxn modelId="{1DA4B26B-F5DE-42D9-AB3E-3D85C51E64D9}" type="presParOf" srcId="{680F8D70-5F5F-47D2-920C-1E03CC6F9BFD}" destId="{94BF3955-8592-4D32-AA8B-C907A7A820DF}" srcOrd="1" destOrd="0" presId="urn:microsoft.com/office/officeart/2008/layout/LinedList"/>
    <dgm:cxn modelId="{AE198119-2D9D-440D-95F5-CD9FCB174315}" type="presParOf" srcId="{680F8D70-5F5F-47D2-920C-1E03CC6F9BFD}" destId="{9E72F108-0E05-4949-8FAF-CC3912FB3F31}" srcOrd="2" destOrd="0" presId="urn:microsoft.com/office/officeart/2008/layout/LinedList"/>
    <dgm:cxn modelId="{DA163F5D-3350-4DE1-8AC4-007706B09BCD}" type="presParOf" srcId="{5082FB8A-148D-4E36-B122-579A472CE162}" destId="{0B6DD2E6-A5FE-481F-9002-92B60C91AC09}" srcOrd="8" destOrd="0" presId="urn:microsoft.com/office/officeart/2008/layout/LinedList"/>
    <dgm:cxn modelId="{BCA458C9-DCB9-43A8-B1DF-85E67C6D9D5A}" type="presParOf" srcId="{5082FB8A-148D-4E36-B122-579A472CE162}" destId="{3AD923F6-76F0-4F32-B852-0D132FB1F5BB}" srcOrd="9" destOrd="0" presId="urn:microsoft.com/office/officeart/2008/layout/LinedList"/>
    <dgm:cxn modelId="{B76229F0-0F4A-4FE9-A3F2-269B49941CCD}" type="presParOf" srcId="{5082FB8A-148D-4E36-B122-579A472CE162}" destId="{B06578D9-EA67-4366-A1F7-84323153B9C9}" srcOrd="10" destOrd="0" presId="urn:microsoft.com/office/officeart/2008/layout/LinedList"/>
    <dgm:cxn modelId="{3CD06BA8-2C73-4C6C-8D40-14C7D73D3D95}" type="presParOf" srcId="{B06578D9-EA67-4366-A1F7-84323153B9C9}" destId="{222A3910-75A9-41ED-A7CA-5BB816C5DD3A}" srcOrd="0" destOrd="0" presId="urn:microsoft.com/office/officeart/2008/layout/LinedList"/>
    <dgm:cxn modelId="{D7997BFC-6218-4980-9BFA-4BC9BB30443F}" type="presParOf" srcId="{B06578D9-EA67-4366-A1F7-84323153B9C9}" destId="{A0B7DD51-4DA6-4AD7-918A-40F7D05C14B3}" srcOrd="1" destOrd="0" presId="urn:microsoft.com/office/officeart/2008/layout/LinedList"/>
    <dgm:cxn modelId="{BD7288F4-9161-48C0-B005-17677FC74C1C}" type="presParOf" srcId="{B06578D9-EA67-4366-A1F7-84323153B9C9}" destId="{F137E39C-A4F0-486F-A3C0-F086A7D155DE}" srcOrd="2" destOrd="0" presId="urn:microsoft.com/office/officeart/2008/layout/LinedList"/>
    <dgm:cxn modelId="{F8AB8201-5F37-46EA-A4A5-1EF4207FF93D}" type="presParOf" srcId="{5082FB8A-148D-4E36-B122-579A472CE162}" destId="{BB06E6B5-86E0-42D6-B466-A2C624DFB48C}" srcOrd="11" destOrd="0" presId="urn:microsoft.com/office/officeart/2008/layout/LinedList"/>
    <dgm:cxn modelId="{1265B22F-604A-48FE-8797-3461112E558C}" type="presParOf" srcId="{5082FB8A-148D-4E36-B122-579A472CE162}" destId="{719E416B-2041-4904-8F8C-0DE271C23FD3}" srcOrd="12"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B853D1-613B-472B-A048-A89226BE4817}"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838B0F8-D9FA-49B8-89F6-688B51FFF5F1}">
      <dgm:prSet/>
      <dgm:spPr/>
      <dgm:t>
        <a:bodyPr/>
        <a:lstStyle/>
        <a:p>
          <a:pPr>
            <a:defRPr cap="all"/>
          </a:pPr>
          <a:r>
            <a:rPr lang="en-US" b="1" dirty="0">
              <a:solidFill>
                <a:schemeClr val="tx1"/>
              </a:solidFill>
            </a:rPr>
            <a:t>Visual history and trends of posture</a:t>
          </a:r>
        </a:p>
      </dgm:t>
    </dgm:pt>
    <dgm:pt modelId="{7A8C7331-47EB-4DFC-BBB9-C25C834DC596}" type="parTrans" cxnId="{0961873D-721D-43C6-811C-5386C8EAB443}">
      <dgm:prSet/>
      <dgm:spPr/>
      <dgm:t>
        <a:bodyPr/>
        <a:lstStyle/>
        <a:p>
          <a:endParaRPr lang="en-US"/>
        </a:p>
      </dgm:t>
    </dgm:pt>
    <dgm:pt modelId="{35574935-D258-4B80-AE9C-347F6F8DE576}" type="sibTrans" cxnId="{0961873D-721D-43C6-811C-5386C8EAB443}">
      <dgm:prSet/>
      <dgm:spPr/>
      <dgm:t>
        <a:bodyPr/>
        <a:lstStyle/>
        <a:p>
          <a:endParaRPr lang="en-US"/>
        </a:p>
      </dgm:t>
    </dgm:pt>
    <dgm:pt modelId="{ED18FE74-55EE-46F2-8A1A-88C03D698B05}">
      <dgm:prSet/>
      <dgm:spPr/>
      <dgm:t>
        <a:bodyPr/>
        <a:lstStyle/>
        <a:p>
          <a:pPr>
            <a:defRPr cap="all"/>
          </a:pPr>
          <a:r>
            <a:rPr lang="en-US" b="1" dirty="0">
              <a:solidFill>
                <a:schemeClr val="tx1"/>
              </a:solidFill>
            </a:rPr>
            <a:t>Adjust alert behaviors</a:t>
          </a:r>
        </a:p>
      </dgm:t>
    </dgm:pt>
    <dgm:pt modelId="{03CD66B8-3C86-4506-B099-BFF492FD387D}" type="parTrans" cxnId="{59DAD1B6-6103-4B78-8F4F-A31EB66826B3}">
      <dgm:prSet/>
      <dgm:spPr/>
      <dgm:t>
        <a:bodyPr/>
        <a:lstStyle/>
        <a:p>
          <a:endParaRPr lang="en-US"/>
        </a:p>
      </dgm:t>
    </dgm:pt>
    <dgm:pt modelId="{DDEB22A4-D5BC-4031-99F9-4CC9F802AD95}" type="sibTrans" cxnId="{59DAD1B6-6103-4B78-8F4F-A31EB66826B3}">
      <dgm:prSet/>
      <dgm:spPr/>
      <dgm:t>
        <a:bodyPr/>
        <a:lstStyle/>
        <a:p>
          <a:endParaRPr lang="en-US"/>
        </a:p>
      </dgm:t>
    </dgm:pt>
    <dgm:pt modelId="{EB81C4F4-150F-47AE-AACF-D94E9E3ED702}">
      <dgm:prSet/>
      <dgm:spPr/>
      <dgm:t>
        <a:bodyPr/>
        <a:lstStyle/>
        <a:p>
          <a:pPr>
            <a:defRPr cap="all"/>
          </a:pPr>
          <a:r>
            <a:rPr lang="en-US" b="1" dirty="0">
              <a:solidFill>
                <a:schemeClr val="tx1"/>
              </a:solidFill>
            </a:rPr>
            <a:t>Android only currently</a:t>
          </a:r>
        </a:p>
      </dgm:t>
    </dgm:pt>
    <dgm:pt modelId="{ADD3144F-80A4-4220-AF85-09E7530B22D9}" type="parTrans" cxnId="{02FC906F-C52C-4411-9547-4FACB1A46EAE}">
      <dgm:prSet/>
      <dgm:spPr/>
      <dgm:t>
        <a:bodyPr/>
        <a:lstStyle/>
        <a:p>
          <a:endParaRPr lang="en-US"/>
        </a:p>
      </dgm:t>
    </dgm:pt>
    <dgm:pt modelId="{97BEDB7E-151E-4A20-B08E-E6A794343EA8}" type="sibTrans" cxnId="{02FC906F-C52C-4411-9547-4FACB1A46EAE}">
      <dgm:prSet/>
      <dgm:spPr/>
      <dgm:t>
        <a:bodyPr/>
        <a:lstStyle/>
        <a:p>
          <a:endParaRPr lang="en-US"/>
        </a:p>
      </dgm:t>
    </dgm:pt>
    <dgm:pt modelId="{02C2842A-3BCD-4087-8982-E5DE5BCF8DD5}">
      <dgm:prSet/>
      <dgm:spPr/>
      <dgm:t>
        <a:bodyPr/>
        <a:lstStyle/>
        <a:p>
          <a:pPr>
            <a:defRPr cap="all"/>
          </a:pPr>
          <a:r>
            <a:rPr lang="en-US" b="1" dirty="0">
              <a:solidFill>
                <a:schemeClr val="tx1"/>
              </a:solidFill>
            </a:rPr>
            <a:t>Calibration sessions through the app</a:t>
          </a:r>
        </a:p>
      </dgm:t>
    </dgm:pt>
    <dgm:pt modelId="{6F0A7621-21F3-474B-A86E-D51ADA685A55}" type="sibTrans" cxnId="{869A2319-5994-405C-A970-3C19EE5077A0}">
      <dgm:prSet/>
      <dgm:spPr/>
      <dgm:t>
        <a:bodyPr/>
        <a:lstStyle/>
        <a:p>
          <a:endParaRPr lang="en-US"/>
        </a:p>
      </dgm:t>
    </dgm:pt>
    <dgm:pt modelId="{557A04B7-876B-4EBA-838B-A4593408B2F7}" type="parTrans" cxnId="{869A2319-5994-405C-A970-3C19EE5077A0}">
      <dgm:prSet/>
      <dgm:spPr/>
      <dgm:t>
        <a:bodyPr/>
        <a:lstStyle/>
        <a:p>
          <a:endParaRPr lang="en-US"/>
        </a:p>
      </dgm:t>
    </dgm:pt>
    <dgm:pt modelId="{01494971-00E8-45AD-B743-1C7506708222}" type="pres">
      <dgm:prSet presAssocID="{71B853D1-613B-472B-A048-A89226BE4817}" presName="root" presStyleCnt="0">
        <dgm:presLayoutVars>
          <dgm:dir/>
          <dgm:resizeHandles val="exact"/>
        </dgm:presLayoutVars>
      </dgm:prSet>
      <dgm:spPr/>
    </dgm:pt>
    <dgm:pt modelId="{EC8004CA-7E12-441E-A683-9A8EAB9F2B78}" type="pres">
      <dgm:prSet presAssocID="{02C2842A-3BCD-4087-8982-E5DE5BCF8DD5}" presName="compNode" presStyleCnt="0"/>
      <dgm:spPr/>
    </dgm:pt>
    <dgm:pt modelId="{5C3F69D7-BDFA-4E58-93B6-534612E1172D}" type="pres">
      <dgm:prSet presAssocID="{02C2842A-3BCD-4087-8982-E5DE5BCF8DD5}" presName="iconBgRect" presStyleLbl="bgShp" presStyleIdx="0" presStyleCnt="4"/>
      <dgm:spPr/>
    </dgm:pt>
    <dgm:pt modelId="{1B89A06D-413D-445B-95F4-5BE5922DAF3A}" type="pres">
      <dgm:prSet presAssocID="{02C2842A-3BCD-4087-8982-E5DE5BCF8DD5}"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uble Tap Gesture outline"/>
        </a:ext>
      </dgm:extLst>
    </dgm:pt>
    <dgm:pt modelId="{212C67C7-C4BF-45E6-8A6F-B479374D19C9}" type="pres">
      <dgm:prSet presAssocID="{02C2842A-3BCD-4087-8982-E5DE5BCF8DD5}" presName="spaceRect" presStyleCnt="0"/>
      <dgm:spPr/>
    </dgm:pt>
    <dgm:pt modelId="{7D069094-DC80-4998-9C7F-FD721B0C13E0}" type="pres">
      <dgm:prSet presAssocID="{02C2842A-3BCD-4087-8982-E5DE5BCF8DD5}" presName="textRect" presStyleLbl="revTx" presStyleIdx="0" presStyleCnt="4">
        <dgm:presLayoutVars>
          <dgm:chMax val="1"/>
          <dgm:chPref val="1"/>
        </dgm:presLayoutVars>
      </dgm:prSet>
      <dgm:spPr/>
    </dgm:pt>
    <dgm:pt modelId="{99E2D7F3-B644-4625-9CAC-438DE43CE145}" type="pres">
      <dgm:prSet presAssocID="{6F0A7621-21F3-474B-A86E-D51ADA685A55}" presName="sibTrans" presStyleCnt="0"/>
      <dgm:spPr/>
    </dgm:pt>
    <dgm:pt modelId="{D9E94503-8ABA-4E7E-B4B5-BB56B4692BB3}" type="pres">
      <dgm:prSet presAssocID="{D838B0F8-D9FA-49B8-89F6-688B51FFF5F1}" presName="compNode" presStyleCnt="0"/>
      <dgm:spPr/>
    </dgm:pt>
    <dgm:pt modelId="{F498F14A-58CA-45EB-97FB-B3928F9B6D36}" type="pres">
      <dgm:prSet presAssocID="{D838B0F8-D9FA-49B8-89F6-688B51FFF5F1}" presName="iconBgRect" presStyleLbl="bgShp" presStyleIdx="1" presStyleCnt="4"/>
      <dgm:spPr/>
    </dgm:pt>
    <dgm:pt modelId="{4892B7DE-F156-4F25-A0A2-BED506D7F392}" type="pres">
      <dgm:prSet presAssocID="{D838B0F8-D9FA-49B8-89F6-688B51FFF5F1}"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r chart with solid fill"/>
        </a:ext>
      </dgm:extLst>
    </dgm:pt>
    <dgm:pt modelId="{AE9E29CD-927C-4F44-831F-1D8B1C6C6819}" type="pres">
      <dgm:prSet presAssocID="{D838B0F8-D9FA-49B8-89F6-688B51FFF5F1}" presName="spaceRect" presStyleCnt="0"/>
      <dgm:spPr/>
    </dgm:pt>
    <dgm:pt modelId="{AD3ECF40-4A46-4FCC-A0C2-7CB69D2924A0}" type="pres">
      <dgm:prSet presAssocID="{D838B0F8-D9FA-49B8-89F6-688B51FFF5F1}" presName="textRect" presStyleLbl="revTx" presStyleIdx="1" presStyleCnt="4">
        <dgm:presLayoutVars>
          <dgm:chMax val="1"/>
          <dgm:chPref val="1"/>
        </dgm:presLayoutVars>
      </dgm:prSet>
      <dgm:spPr/>
    </dgm:pt>
    <dgm:pt modelId="{2DBC39A5-42D7-4484-A1BB-BE8E0F86BDE7}" type="pres">
      <dgm:prSet presAssocID="{35574935-D258-4B80-AE9C-347F6F8DE576}" presName="sibTrans" presStyleCnt="0"/>
      <dgm:spPr/>
    </dgm:pt>
    <dgm:pt modelId="{20D1266B-0962-4215-879B-0F4A42E7D5E2}" type="pres">
      <dgm:prSet presAssocID="{ED18FE74-55EE-46F2-8A1A-88C03D698B05}" presName="compNode" presStyleCnt="0"/>
      <dgm:spPr/>
    </dgm:pt>
    <dgm:pt modelId="{8E6F3AB8-E2C2-4478-BCBA-0F3C94E58E35}" type="pres">
      <dgm:prSet presAssocID="{ED18FE74-55EE-46F2-8A1A-88C03D698B05}" presName="iconBgRect" presStyleLbl="bgShp" presStyleIdx="2" presStyleCnt="4"/>
      <dgm:spPr>
        <a:solidFill>
          <a:srgbClr val="FF0000"/>
        </a:solidFill>
      </dgm:spPr>
    </dgm:pt>
    <dgm:pt modelId="{24FF7CA4-1CDE-4FD1-9651-93941575B6BB}" type="pres">
      <dgm:prSet presAssocID="{ED18FE74-55EE-46F2-8A1A-88C03D698B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4B333B22-333E-4220-814A-86A69422F1F0}" type="pres">
      <dgm:prSet presAssocID="{ED18FE74-55EE-46F2-8A1A-88C03D698B05}" presName="spaceRect" presStyleCnt="0"/>
      <dgm:spPr/>
    </dgm:pt>
    <dgm:pt modelId="{2B2B73F3-8295-447A-8CFF-B4C4364A7E89}" type="pres">
      <dgm:prSet presAssocID="{ED18FE74-55EE-46F2-8A1A-88C03D698B05}" presName="textRect" presStyleLbl="revTx" presStyleIdx="2" presStyleCnt="4">
        <dgm:presLayoutVars>
          <dgm:chMax val="1"/>
          <dgm:chPref val="1"/>
        </dgm:presLayoutVars>
      </dgm:prSet>
      <dgm:spPr/>
    </dgm:pt>
    <dgm:pt modelId="{C359B7A0-98CC-4DCA-BBF1-CB64F02F60FA}" type="pres">
      <dgm:prSet presAssocID="{DDEB22A4-D5BC-4031-99F9-4CC9F802AD95}" presName="sibTrans" presStyleCnt="0"/>
      <dgm:spPr/>
    </dgm:pt>
    <dgm:pt modelId="{C82122EE-E1A7-4F35-92D1-8FB266751DD9}" type="pres">
      <dgm:prSet presAssocID="{EB81C4F4-150F-47AE-AACF-D94E9E3ED702}" presName="compNode" presStyleCnt="0"/>
      <dgm:spPr/>
    </dgm:pt>
    <dgm:pt modelId="{9F4BCFC7-1BFF-404D-B577-BB7C81F60A8B}" type="pres">
      <dgm:prSet presAssocID="{EB81C4F4-150F-47AE-AACF-D94E9E3ED702}" presName="iconBgRect" presStyleLbl="bgShp" presStyleIdx="3" presStyleCnt="4"/>
      <dgm:spPr/>
    </dgm:pt>
    <dgm:pt modelId="{F3F31C07-9E8F-4971-ACC6-A9704C746320}" type="pres">
      <dgm:prSet presAssocID="{EB81C4F4-150F-47AE-AACF-D94E9E3ED70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art Phone"/>
        </a:ext>
      </dgm:extLst>
    </dgm:pt>
    <dgm:pt modelId="{A13202DD-FE89-4BE4-AE0C-90F8FA417C19}" type="pres">
      <dgm:prSet presAssocID="{EB81C4F4-150F-47AE-AACF-D94E9E3ED702}" presName="spaceRect" presStyleCnt="0"/>
      <dgm:spPr/>
    </dgm:pt>
    <dgm:pt modelId="{20912A72-4625-4FE6-A49C-6D41C7C4F975}" type="pres">
      <dgm:prSet presAssocID="{EB81C4F4-150F-47AE-AACF-D94E9E3ED702}" presName="textRect" presStyleLbl="revTx" presStyleIdx="3" presStyleCnt="4">
        <dgm:presLayoutVars>
          <dgm:chMax val="1"/>
          <dgm:chPref val="1"/>
        </dgm:presLayoutVars>
      </dgm:prSet>
      <dgm:spPr/>
    </dgm:pt>
  </dgm:ptLst>
  <dgm:cxnLst>
    <dgm:cxn modelId="{332EC218-8410-4F0D-9F56-FB3A8857EB03}" type="presOf" srcId="{D838B0F8-D9FA-49B8-89F6-688B51FFF5F1}" destId="{AD3ECF40-4A46-4FCC-A0C2-7CB69D2924A0}" srcOrd="0" destOrd="0" presId="urn:microsoft.com/office/officeart/2018/5/layout/IconCircleLabelList"/>
    <dgm:cxn modelId="{869A2319-5994-405C-A970-3C19EE5077A0}" srcId="{71B853D1-613B-472B-A048-A89226BE4817}" destId="{02C2842A-3BCD-4087-8982-E5DE5BCF8DD5}" srcOrd="0" destOrd="0" parTransId="{557A04B7-876B-4EBA-838B-A4593408B2F7}" sibTransId="{6F0A7621-21F3-474B-A86E-D51ADA685A55}"/>
    <dgm:cxn modelId="{B873451F-B526-406C-9C82-738D73F3C0BE}" type="presOf" srcId="{EB81C4F4-150F-47AE-AACF-D94E9E3ED702}" destId="{20912A72-4625-4FE6-A49C-6D41C7C4F975}" srcOrd="0" destOrd="0" presId="urn:microsoft.com/office/officeart/2018/5/layout/IconCircleLabelList"/>
    <dgm:cxn modelId="{DDC6DF3A-52FA-442E-91F3-B9BFD7515409}" type="presOf" srcId="{02C2842A-3BCD-4087-8982-E5DE5BCF8DD5}" destId="{7D069094-DC80-4998-9C7F-FD721B0C13E0}" srcOrd="0" destOrd="0" presId="urn:microsoft.com/office/officeart/2018/5/layout/IconCircleLabelList"/>
    <dgm:cxn modelId="{0961873D-721D-43C6-811C-5386C8EAB443}" srcId="{71B853D1-613B-472B-A048-A89226BE4817}" destId="{D838B0F8-D9FA-49B8-89F6-688B51FFF5F1}" srcOrd="1" destOrd="0" parTransId="{7A8C7331-47EB-4DFC-BBB9-C25C834DC596}" sibTransId="{35574935-D258-4B80-AE9C-347F6F8DE576}"/>
    <dgm:cxn modelId="{4CEDB64E-818A-4793-8123-DA013520D588}" type="presOf" srcId="{ED18FE74-55EE-46F2-8A1A-88C03D698B05}" destId="{2B2B73F3-8295-447A-8CFF-B4C4364A7E89}" srcOrd="0" destOrd="0" presId="urn:microsoft.com/office/officeart/2018/5/layout/IconCircleLabelList"/>
    <dgm:cxn modelId="{02FC906F-C52C-4411-9547-4FACB1A46EAE}" srcId="{71B853D1-613B-472B-A048-A89226BE4817}" destId="{EB81C4F4-150F-47AE-AACF-D94E9E3ED702}" srcOrd="3" destOrd="0" parTransId="{ADD3144F-80A4-4220-AF85-09E7530B22D9}" sibTransId="{97BEDB7E-151E-4A20-B08E-E6A794343EA8}"/>
    <dgm:cxn modelId="{59DAD1B6-6103-4B78-8F4F-A31EB66826B3}" srcId="{71B853D1-613B-472B-A048-A89226BE4817}" destId="{ED18FE74-55EE-46F2-8A1A-88C03D698B05}" srcOrd="2" destOrd="0" parTransId="{03CD66B8-3C86-4506-B099-BFF492FD387D}" sibTransId="{DDEB22A4-D5BC-4031-99F9-4CC9F802AD95}"/>
    <dgm:cxn modelId="{832511DB-E3E3-4220-B83F-CBB5C6BAAEBA}" type="presOf" srcId="{71B853D1-613B-472B-A048-A89226BE4817}" destId="{01494971-00E8-45AD-B743-1C7506708222}" srcOrd="0" destOrd="0" presId="urn:microsoft.com/office/officeart/2018/5/layout/IconCircleLabelList"/>
    <dgm:cxn modelId="{3E0C6909-B384-469D-97E7-723FC46EBD29}" type="presParOf" srcId="{01494971-00E8-45AD-B743-1C7506708222}" destId="{EC8004CA-7E12-441E-A683-9A8EAB9F2B78}" srcOrd="0" destOrd="0" presId="urn:microsoft.com/office/officeart/2018/5/layout/IconCircleLabelList"/>
    <dgm:cxn modelId="{8D4BA898-DA4F-421D-998B-74EF3512CE44}" type="presParOf" srcId="{EC8004CA-7E12-441E-A683-9A8EAB9F2B78}" destId="{5C3F69D7-BDFA-4E58-93B6-534612E1172D}" srcOrd="0" destOrd="0" presId="urn:microsoft.com/office/officeart/2018/5/layout/IconCircleLabelList"/>
    <dgm:cxn modelId="{6C422DD8-BD2E-495F-BB6E-883500A511A9}" type="presParOf" srcId="{EC8004CA-7E12-441E-A683-9A8EAB9F2B78}" destId="{1B89A06D-413D-445B-95F4-5BE5922DAF3A}" srcOrd="1" destOrd="0" presId="urn:microsoft.com/office/officeart/2018/5/layout/IconCircleLabelList"/>
    <dgm:cxn modelId="{392DA2B4-B809-4116-A2B2-A0249977E8F5}" type="presParOf" srcId="{EC8004CA-7E12-441E-A683-9A8EAB9F2B78}" destId="{212C67C7-C4BF-45E6-8A6F-B479374D19C9}" srcOrd="2" destOrd="0" presId="urn:microsoft.com/office/officeart/2018/5/layout/IconCircleLabelList"/>
    <dgm:cxn modelId="{1CDE13B2-D3A4-4A45-8081-915D570FF984}" type="presParOf" srcId="{EC8004CA-7E12-441E-A683-9A8EAB9F2B78}" destId="{7D069094-DC80-4998-9C7F-FD721B0C13E0}" srcOrd="3" destOrd="0" presId="urn:microsoft.com/office/officeart/2018/5/layout/IconCircleLabelList"/>
    <dgm:cxn modelId="{12AF7620-D17C-4A5C-A181-299EFA79D857}" type="presParOf" srcId="{01494971-00E8-45AD-B743-1C7506708222}" destId="{99E2D7F3-B644-4625-9CAC-438DE43CE145}" srcOrd="1" destOrd="0" presId="urn:microsoft.com/office/officeart/2018/5/layout/IconCircleLabelList"/>
    <dgm:cxn modelId="{3BBD40C1-E129-4B88-8400-83E7B530E63E}" type="presParOf" srcId="{01494971-00E8-45AD-B743-1C7506708222}" destId="{D9E94503-8ABA-4E7E-B4B5-BB56B4692BB3}" srcOrd="2" destOrd="0" presId="urn:microsoft.com/office/officeart/2018/5/layout/IconCircleLabelList"/>
    <dgm:cxn modelId="{6C70E431-6855-4AB3-91C2-3B99AC8928B5}" type="presParOf" srcId="{D9E94503-8ABA-4E7E-B4B5-BB56B4692BB3}" destId="{F498F14A-58CA-45EB-97FB-B3928F9B6D36}" srcOrd="0" destOrd="0" presId="urn:microsoft.com/office/officeart/2018/5/layout/IconCircleLabelList"/>
    <dgm:cxn modelId="{C1C3CDAD-B704-4356-954A-85BD2F40CE1F}" type="presParOf" srcId="{D9E94503-8ABA-4E7E-B4B5-BB56B4692BB3}" destId="{4892B7DE-F156-4F25-A0A2-BED506D7F392}" srcOrd="1" destOrd="0" presId="urn:microsoft.com/office/officeart/2018/5/layout/IconCircleLabelList"/>
    <dgm:cxn modelId="{BF24FFAC-C7DF-410D-842E-C4094C8613EE}" type="presParOf" srcId="{D9E94503-8ABA-4E7E-B4B5-BB56B4692BB3}" destId="{AE9E29CD-927C-4F44-831F-1D8B1C6C6819}" srcOrd="2" destOrd="0" presId="urn:microsoft.com/office/officeart/2018/5/layout/IconCircleLabelList"/>
    <dgm:cxn modelId="{0D1F560F-5AF9-4685-B5BE-545E2E364268}" type="presParOf" srcId="{D9E94503-8ABA-4E7E-B4B5-BB56B4692BB3}" destId="{AD3ECF40-4A46-4FCC-A0C2-7CB69D2924A0}" srcOrd="3" destOrd="0" presId="urn:microsoft.com/office/officeart/2018/5/layout/IconCircleLabelList"/>
    <dgm:cxn modelId="{A2974716-C397-4711-ACD0-0446CDC3197B}" type="presParOf" srcId="{01494971-00E8-45AD-B743-1C7506708222}" destId="{2DBC39A5-42D7-4484-A1BB-BE8E0F86BDE7}" srcOrd="3" destOrd="0" presId="urn:microsoft.com/office/officeart/2018/5/layout/IconCircleLabelList"/>
    <dgm:cxn modelId="{6BFCAF4D-FCD8-45FB-9C7F-80DAD7BFDA22}" type="presParOf" srcId="{01494971-00E8-45AD-B743-1C7506708222}" destId="{20D1266B-0962-4215-879B-0F4A42E7D5E2}" srcOrd="4" destOrd="0" presId="urn:microsoft.com/office/officeart/2018/5/layout/IconCircleLabelList"/>
    <dgm:cxn modelId="{7A9DED7D-6F4A-48B5-A308-04B88040A597}" type="presParOf" srcId="{20D1266B-0962-4215-879B-0F4A42E7D5E2}" destId="{8E6F3AB8-E2C2-4478-BCBA-0F3C94E58E35}" srcOrd="0" destOrd="0" presId="urn:microsoft.com/office/officeart/2018/5/layout/IconCircleLabelList"/>
    <dgm:cxn modelId="{15A5B573-F6B8-4808-87DD-2AED00E736AD}" type="presParOf" srcId="{20D1266B-0962-4215-879B-0F4A42E7D5E2}" destId="{24FF7CA4-1CDE-4FD1-9651-93941575B6BB}" srcOrd="1" destOrd="0" presId="urn:microsoft.com/office/officeart/2018/5/layout/IconCircleLabelList"/>
    <dgm:cxn modelId="{B3665573-3235-44F2-B90F-C9BF280A6FA5}" type="presParOf" srcId="{20D1266B-0962-4215-879B-0F4A42E7D5E2}" destId="{4B333B22-333E-4220-814A-86A69422F1F0}" srcOrd="2" destOrd="0" presId="urn:microsoft.com/office/officeart/2018/5/layout/IconCircleLabelList"/>
    <dgm:cxn modelId="{0F9C0DDA-2E3E-48BC-97A5-BD51D26EB26B}" type="presParOf" srcId="{20D1266B-0962-4215-879B-0F4A42E7D5E2}" destId="{2B2B73F3-8295-447A-8CFF-B4C4364A7E89}" srcOrd="3" destOrd="0" presId="urn:microsoft.com/office/officeart/2018/5/layout/IconCircleLabelList"/>
    <dgm:cxn modelId="{F817B4E5-CDB2-438E-BCEA-C7E0C27007AE}" type="presParOf" srcId="{01494971-00E8-45AD-B743-1C7506708222}" destId="{C359B7A0-98CC-4DCA-BBF1-CB64F02F60FA}" srcOrd="5" destOrd="0" presId="urn:microsoft.com/office/officeart/2018/5/layout/IconCircleLabelList"/>
    <dgm:cxn modelId="{7EB71B6D-FC5E-45F7-B3A3-AF8998060399}" type="presParOf" srcId="{01494971-00E8-45AD-B743-1C7506708222}" destId="{C82122EE-E1A7-4F35-92D1-8FB266751DD9}" srcOrd="6" destOrd="0" presId="urn:microsoft.com/office/officeart/2018/5/layout/IconCircleLabelList"/>
    <dgm:cxn modelId="{DB492DD2-FFF8-4DD9-A67B-ED8E42A81DD7}" type="presParOf" srcId="{C82122EE-E1A7-4F35-92D1-8FB266751DD9}" destId="{9F4BCFC7-1BFF-404D-B577-BB7C81F60A8B}" srcOrd="0" destOrd="0" presId="urn:microsoft.com/office/officeart/2018/5/layout/IconCircleLabelList"/>
    <dgm:cxn modelId="{90353881-8243-4DBD-8D25-642E32F7888C}" type="presParOf" srcId="{C82122EE-E1A7-4F35-92D1-8FB266751DD9}" destId="{F3F31C07-9E8F-4971-ACC6-A9704C746320}" srcOrd="1" destOrd="0" presId="urn:microsoft.com/office/officeart/2018/5/layout/IconCircleLabelList"/>
    <dgm:cxn modelId="{3D80EAE8-1AEE-4AE8-A198-885481D6B0EF}" type="presParOf" srcId="{C82122EE-E1A7-4F35-92D1-8FB266751DD9}" destId="{A13202DD-FE89-4BE4-AE0C-90F8FA417C19}" srcOrd="2" destOrd="0" presId="urn:microsoft.com/office/officeart/2018/5/layout/IconCircleLabelList"/>
    <dgm:cxn modelId="{86606380-CFD9-4425-8F03-F4E8AB0B45B3}" type="presParOf" srcId="{C82122EE-E1A7-4F35-92D1-8FB266751DD9}" destId="{20912A72-4625-4FE6-A49C-6D41C7C4F97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9A03C0-42DE-4567-8FFA-7367CD1985F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736ED8C-17FF-4567-8312-679C156E7F78}">
      <dgm:prSet/>
      <dgm:spPr/>
      <dgm:t>
        <a:bodyPr/>
        <a:lstStyle/>
        <a:p>
          <a:pPr>
            <a:lnSpc>
              <a:spcPct val="100000"/>
            </a:lnSpc>
          </a:pPr>
          <a:r>
            <a:rPr lang="en-US" dirty="0"/>
            <a:t>Bluetooth &amp; Wi-Fi standards (IEEE 802.11 / 802.15)</a:t>
          </a:r>
        </a:p>
      </dgm:t>
    </dgm:pt>
    <dgm:pt modelId="{97A7DD00-5005-49F6-ACF9-134C55103B1E}" type="parTrans" cxnId="{4802A195-CA73-4500-9F9B-820B5EE12212}">
      <dgm:prSet/>
      <dgm:spPr/>
      <dgm:t>
        <a:bodyPr/>
        <a:lstStyle/>
        <a:p>
          <a:endParaRPr lang="en-US"/>
        </a:p>
      </dgm:t>
    </dgm:pt>
    <dgm:pt modelId="{9B4019EB-CE79-444A-BA6C-9B79B8F62A01}" type="sibTrans" cxnId="{4802A195-CA73-4500-9F9B-820B5EE12212}">
      <dgm:prSet/>
      <dgm:spPr/>
      <dgm:t>
        <a:bodyPr/>
        <a:lstStyle/>
        <a:p>
          <a:endParaRPr lang="en-US"/>
        </a:p>
      </dgm:t>
    </dgm:pt>
    <dgm:pt modelId="{78AB504E-CA04-4A52-85E2-72ED19357BB1}">
      <dgm:prSet/>
      <dgm:spPr/>
      <dgm:t>
        <a:bodyPr/>
        <a:lstStyle/>
        <a:p>
          <a:pPr>
            <a:lnSpc>
              <a:spcPct val="100000"/>
            </a:lnSpc>
          </a:pPr>
          <a:r>
            <a:rPr lang="en-US"/>
            <a:t>ARM CMSIS for embedded development</a:t>
          </a:r>
        </a:p>
      </dgm:t>
    </dgm:pt>
    <dgm:pt modelId="{472A2558-8163-4EFC-9B52-286E42C9C32C}" type="parTrans" cxnId="{6D260F24-DD75-4572-A8E8-C59DF1CC823E}">
      <dgm:prSet/>
      <dgm:spPr/>
      <dgm:t>
        <a:bodyPr/>
        <a:lstStyle/>
        <a:p>
          <a:endParaRPr lang="en-US"/>
        </a:p>
      </dgm:t>
    </dgm:pt>
    <dgm:pt modelId="{E812FFDC-5F36-4D68-8407-427109FBC90E}" type="sibTrans" cxnId="{6D260F24-DD75-4572-A8E8-C59DF1CC823E}">
      <dgm:prSet/>
      <dgm:spPr/>
      <dgm:t>
        <a:bodyPr/>
        <a:lstStyle/>
        <a:p>
          <a:endParaRPr lang="en-US"/>
        </a:p>
      </dgm:t>
    </dgm:pt>
    <dgm:pt modelId="{61D23C9E-0AD4-4F8C-89F6-07B6C517C9D9}">
      <dgm:prSet/>
      <dgm:spPr/>
      <dgm:t>
        <a:bodyPr/>
        <a:lstStyle/>
        <a:p>
          <a:pPr>
            <a:lnSpc>
              <a:spcPct val="100000"/>
            </a:lnSpc>
          </a:pPr>
          <a:r>
            <a:rPr lang="en-US"/>
            <a:t>Structured software and documentation</a:t>
          </a:r>
        </a:p>
      </dgm:t>
    </dgm:pt>
    <dgm:pt modelId="{D3405355-806F-43C3-9C0A-8669B36E5753}" type="parTrans" cxnId="{2A68E105-0778-48C5-AA30-1587618C0971}">
      <dgm:prSet/>
      <dgm:spPr/>
      <dgm:t>
        <a:bodyPr/>
        <a:lstStyle/>
        <a:p>
          <a:endParaRPr lang="en-US"/>
        </a:p>
      </dgm:t>
    </dgm:pt>
    <dgm:pt modelId="{13A1EEB2-FB8F-4FF5-84CC-84ECDD3FD55A}" type="sibTrans" cxnId="{2A68E105-0778-48C5-AA30-1587618C0971}">
      <dgm:prSet/>
      <dgm:spPr/>
      <dgm:t>
        <a:bodyPr/>
        <a:lstStyle/>
        <a:p>
          <a:endParaRPr lang="en-US"/>
        </a:p>
      </dgm:t>
    </dgm:pt>
    <dgm:pt modelId="{00709B4A-DE50-4A62-B9B3-2BD13D5C73DF}">
      <dgm:prSet/>
      <dgm:spPr/>
      <dgm:t>
        <a:bodyPr/>
        <a:lstStyle/>
        <a:p>
          <a:pPr>
            <a:lnSpc>
              <a:spcPct val="100000"/>
            </a:lnSpc>
          </a:pPr>
          <a:r>
            <a:rPr lang="en-US"/>
            <a:t>Electrical safety &amp; EMC principles</a:t>
          </a:r>
        </a:p>
      </dgm:t>
    </dgm:pt>
    <dgm:pt modelId="{6F4B0E11-B134-4CB2-93B9-84281E042837}" type="parTrans" cxnId="{B219566A-80BC-4852-8CEB-C24A8379AB99}">
      <dgm:prSet/>
      <dgm:spPr/>
      <dgm:t>
        <a:bodyPr/>
        <a:lstStyle/>
        <a:p>
          <a:endParaRPr lang="en-US"/>
        </a:p>
      </dgm:t>
    </dgm:pt>
    <dgm:pt modelId="{F60B3FA1-64F9-403A-AD58-C806D2D692A6}" type="sibTrans" cxnId="{B219566A-80BC-4852-8CEB-C24A8379AB99}">
      <dgm:prSet/>
      <dgm:spPr/>
      <dgm:t>
        <a:bodyPr/>
        <a:lstStyle/>
        <a:p>
          <a:endParaRPr lang="en-US"/>
        </a:p>
      </dgm:t>
    </dgm:pt>
    <dgm:pt modelId="{AF924427-6F18-4907-B003-A1D1D95E50ED}" type="pres">
      <dgm:prSet presAssocID="{C39A03C0-42DE-4567-8FFA-7367CD1985F3}" presName="root" presStyleCnt="0">
        <dgm:presLayoutVars>
          <dgm:dir/>
          <dgm:resizeHandles val="exact"/>
        </dgm:presLayoutVars>
      </dgm:prSet>
      <dgm:spPr/>
    </dgm:pt>
    <dgm:pt modelId="{C41E2B20-1B96-43CC-BC62-181FDCD23126}" type="pres">
      <dgm:prSet presAssocID="{5736ED8C-17FF-4567-8312-679C156E7F78}" presName="compNode" presStyleCnt="0"/>
      <dgm:spPr/>
    </dgm:pt>
    <dgm:pt modelId="{FA6A0D43-82B7-418A-9A57-A305E111AA6A}" type="pres">
      <dgm:prSet presAssocID="{5736ED8C-17FF-4567-8312-679C156E7F78}" presName="bgRect" presStyleLbl="bgShp" presStyleIdx="0" presStyleCnt="4"/>
      <dgm:spPr>
        <a:solidFill>
          <a:schemeClr val="accent1"/>
        </a:solidFill>
      </dgm:spPr>
    </dgm:pt>
    <dgm:pt modelId="{32B87C04-2DF4-4690-BCE5-C4360CE8EB5A}" type="pres">
      <dgm:prSet presAssocID="{5736ED8C-17FF-4567-8312-679C156E7F7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luetooth"/>
        </a:ext>
      </dgm:extLst>
    </dgm:pt>
    <dgm:pt modelId="{1D2DDDFF-E8A9-4E05-940A-15BB3C72D0FF}" type="pres">
      <dgm:prSet presAssocID="{5736ED8C-17FF-4567-8312-679C156E7F78}" presName="spaceRect" presStyleCnt="0"/>
      <dgm:spPr/>
    </dgm:pt>
    <dgm:pt modelId="{8A3B88BB-8360-4EE0-BEE0-AC272A67C102}" type="pres">
      <dgm:prSet presAssocID="{5736ED8C-17FF-4567-8312-679C156E7F78}" presName="parTx" presStyleLbl="revTx" presStyleIdx="0" presStyleCnt="4">
        <dgm:presLayoutVars>
          <dgm:chMax val="0"/>
          <dgm:chPref val="0"/>
        </dgm:presLayoutVars>
      </dgm:prSet>
      <dgm:spPr/>
    </dgm:pt>
    <dgm:pt modelId="{7EC0C8C7-27AD-4928-B286-F90EF0744712}" type="pres">
      <dgm:prSet presAssocID="{9B4019EB-CE79-444A-BA6C-9B79B8F62A01}" presName="sibTrans" presStyleCnt="0"/>
      <dgm:spPr/>
    </dgm:pt>
    <dgm:pt modelId="{CB8B8F02-0D5F-46A9-AC4C-A881CB550E93}" type="pres">
      <dgm:prSet presAssocID="{78AB504E-CA04-4A52-85E2-72ED19357BB1}" presName="compNode" presStyleCnt="0"/>
      <dgm:spPr/>
    </dgm:pt>
    <dgm:pt modelId="{D71E5A35-C320-442A-888E-BC968386E2BD}" type="pres">
      <dgm:prSet presAssocID="{78AB504E-CA04-4A52-85E2-72ED19357BB1}" presName="bgRect" presStyleLbl="bgShp" presStyleIdx="1" presStyleCnt="4"/>
      <dgm:spPr>
        <a:solidFill>
          <a:schemeClr val="accent1"/>
        </a:solidFill>
      </dgm:spPr>
    </dgm:pt>
    <dgm:pt modelId="{42D5665F-F676-463A-A4DD-2EA2B3B14490}" type="pres">
      <dgm:prSet presAssocID="{78AB504E-CA04-4A52-85E2-72ED19357BB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50A3CE3D-E961-4C81-B9A6-6497EA732399}" type="pres">
      <dgm:prSet presAssocID="{78AB504E-CA04-4A52-85E2-72ED19357BB1}" presName="spaceRect" presStyleCnt="0"/>
      <dgm:spPr/>
    </dgm:pt>
    <dgm:pt modelId="{4CB15A28-3B5F-457A-9F0F-4D42F749381F}" type="pres">
      <dgm:prSet presAssocID="{78AB504E-CA04-4A52-85E2-72ED19357BB1}" presName="parTx" presStyleLbl="revTx" presStyleIdx="1" presStyleCnt="4">
        <dgm:presLayoutVars>
          <dgm:chMax val="0"/>
          <dgm:chPref val="0"/>
        </dgm:presLayoutVars>
      </dgm:prSet>
      <dgm:spPr/>
    </dgm:pt>
    <dgm:pt modelId="{AD701263-D84E-45B7-9ECD-4599A9E05F0A}" type="pres">
      <dgm:prSet presAssocID="{E812FFDC-5F36-4D68-8407-427109FBC90E}" presName="sibTrans" presStyleCnt="0"/>
      <dgm:spPr/>
    </dgm:pt>
    <dgm:pt modelId="{D8682D2C-133C-4E1F-A644-51D36109C293}" type="pres">
      <dgm:prSet presAssocID="{61D23C9E-0AD4-4F8C-89F6-07B6C517C9D9}" presName="compNode" presStyleCnt="0"/>
      <dgm:spPr/>
    </dgm:pt>
    <dgm:pt modelId="{319DB036-7E18-4B11-A8FE-0E5FBCB06835}" type="pres">
      <dgm:prSet presAssocID="{61D23C9E-0AD4-4F8C-89F6-07B6C517C9D9}" presName="bgRect" presStyleLbl="bgShp" presStyleIdx="2" presStyleCnt="4"/>
      <dgm:spPr>
        <a:solidFill>
          <a:schemeClr val="accent1"/>
        </a:solidFill>
      </dgm:spPr>
    </dgm:pt>
    <dgm:pt modelId="{B6B3995D-1CB6-45AD-952C-12F850710C53}" type="pres">
      <dgm:prSet presAssocID="{61D23C9E-0AD4-4F8C-89F6-07B6C517C9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ument"/>
        </a:ext>
      </dgm:extLst>
    </dgm:pt>
    <dgm:pt modelId="{99916D73-1CED-4292-8AA0-CD569430AA3E}" type="pres">
      <dgm:prSet presAssocID="{61D23C9E-0AD4-4F8C-89F6-07B6C517C9D9}" presName="spaceRect" presStyleCnt="0"/>
      <dgm:spPr/>
    </dgm:pt>
    <dgm:pt modelId="{7C0432C0-D434-428E-B76A-891E33FFDCE7}" type="pres">
      <dgm:prSet presAssocID="{61D23C9E-0AD4-4F8C-89F6-07B6C517C9D9}" presName="parTx" presStyleLbl="revTx" presStyleIdx="2" presStyleCnt="4">
        <dgm:presLayoutVars>
          <dgm:chMax val="0"/>
          <dgm:chPref val="0"/>
        </dgm:presLayoutVars>
      </dgm:prSet>
      <dgm:spPr/>
    </dgm:pt>
    <dgm:pt modelId="{C8522D98-4CD4-4240-B8B4-C160F819B35B}" type="pres">
      <dgm:prSet presAssocID="{13A1EEB2-FB8F-4FF5-84CC-84ECDD3FD55A}" presName="sibTrans" presStyleCnt="0"/>
      <dgm:spPr/>
    </dgm:pt>
    <dgm:pt modelId="{A944B555-BD1E-4485-B9F0-0A8FDFC23C0C}" type="pres">
      <dgm:prSet presAssocID="{00709B4A-DE50-4A62-B9B3-2BD13D5C73DF}" presName="compNode" presStyleCnt="0"/>
      <dgm:spPr/>
    </dgm:pt>
    <dgm:pt modelId="{DD129CAA-69A5-4672-B718-096E87DCBD69}" type="pres">
      <dgm:prSet presAssocID="{00709B4A-DE50-4A62-B9B3-2BD13D5C73DF}" presName="bgRect" presStyleLbl="bgShp" presStyleIdx="3" presStyleCnt="4"/>
      <dgm:spPr>
        <a:solidFill>
          <a:schemeClr val="accent1"/>
        </a:solidFill>
      </dgm:spPr>
    </dgm:pt>
    <dgm:pt modelId="{891645F2-FF71-4AF2-A5DE-F05A704AF138}" type="pres">
      <dgm:prSet presAssocID="{00709B4A-DE50-4A62-B9B3-2BD13D5C73D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igh Voltage"/>
        </a:ext>
      </dgm:extLst>
    </dgm:pt>
    <dgm:pt modelId="{0760193C-F188-424C-9030-1C0F0E45C4D9}" type="pres">
      <dgm:prSet presAssocID="{00709B4A-DE50-4A62-B9B3-2BD13D5C73DF}" presName="spaceRect" presStyleCnt="0"/>
      <dgm:spPr/>
    </dgm:pt>
    <dgm:pt modelId="{FB5AC30A-9E01-4852-AFCB-42EA570E08B0}" type="pres">
      <dgm:prSet presAssocID="{00709B4A-DE50-4A62-B9B3-2BD13D5C73DF}" presName="parTx" presStyleLbl="revTx" presStyleIdx="3" presStyleCnt="4">
        <dgm:presLayoutVars>
          <dgm:chMax val="0"/>
          <dgm:chPref val="0"/>
        </dgm:presLayoutVars>
      </dgm:prSet>
      <dgm:spPr/>
    </dgm:pt>
  </dgm:ptLst>
  <dgm:cxnLst>
    <dgm:cxn modelId="{2A68E105-0778-48C5-AA30-1587618C0971}" srcId="{C39A03C0-42DE-4567-8FFA-7367CD1985F3}" destId="{61D23C9E-0AD4-4F8C-89F6-07B6C517C9D9}" srcOrd="2" destOrd="0" parTransId="{D3405355-806F-43C3-9C0A-8669B36E5753}" sibTransId="{13A1EEB2-FB8F-4FF5-84CC-84ECDD3FD55A}"/>
    <dgm:cxn modelId="{6D260F24-DD75-4572-A8E8-C59DF1CC823E}" srcId="{C39A03C0-42DE-4567-8FFA-7367CD1985F3}" destId="{78AB504E-CA04-4A52-85E2-72ED19357BB1}" srcOrd="1" destOrd="0" parTransId="{472A2558-8163-4EFC-9B52-286E42C9C32C}" sibTransId="{E812FFDC-5F36-4D68-8407-427109FBC90E}"/>
    <dgm:cxn modelId="{8678D031-C18F-4F98-8952-5475E527C8D5}" type="presOf" srcId="{78AB504E-CA04-4A52-85E2-72ED19357BB1}" destId="{4CB15A28-3B5F-457A-9F0F-4D42F749381F}" srcOrd="0" destOrd="0" presId="urn:microsoft.com/office/officeart/2018/2/layout/IconVerticalSolidList"/>
    <dgm:cxn modelId="{8ADE2E5E-5411-40E1-896F-1C888A0D7F28}" type="presOf" srcId="{61D23C9E-0AD4-4F8C-89F6-07B6C517C9D9}" destId="{7C0432C0-D434-428E-B76A-891E33FFDCE7}" srcOrd="0" destOrd="0" presId="urn:microsoft.com/office/officeart/2018/2/layout/IconVerticalSolidList"/>
    <dgm:cxn modelId="{B219566A-80BC-4852-8CEB-C24A8379AB99}" srcId="{C39A03C0-42DE-4567-8FFA-7367CD1985F3}" destId="{00709B4A-DE50-4A62-B9B3-2BD13D5C73DF}" srcOrd="3" destOrd="0" parTransId="{6F4B0E11-B134-4CB2-93B9-84281E042837}" sibTransId="{F60B3FA1-64F9-403A-AD58-C806D2D692A6}"/>
    <dgm:cxn modelId="{4802A195-CA73-4500-9F9B-820B5EE12212}" srcId="{C39A03C0-42DE-4567-8FFA-7367CD1985F3}" destId="{5736ED8C-17FF-4567-8312-679C156E7F78}" srcOrd="0" destOrd="0" parTransId="{97A7DD00-5005-49F6-ACF9-134C55103B1E}" sibTransId="{9B4019EB-CE79-444A-BA6C-9B79B8F62A01}"/>
    <dgm:cxn modelId="{C5474BBC-7808-48B3-97EB-9CD38042F2DA}" type="presOf" srcId="{5736ED8C-17FF-4567-8312-679C156E7F78}" destId="{8A3B88BB-8360-4EE0-BEE0-AC272A67C102}" srcOrd="0" destOrd="0" presId="urn:microsoft.com/office/officeart/2018/2/layout/IconVerticalSolidList"/>
    <dgm:cxn modelId="{D4F357C7-D92F-4E24-8CD7-4A8D2DFC17B0}" type="presOf" srcId="{00709B4A-DE50-4A62-B9B3-2BD13D5C73DF}" destId="{FB5AC30A-9E01-4852-AFCB-42EA570E08B0}" srcOrd="0" destOrd="0" presId="urn:microsoft.com/office/officeart/2018/2/layout/IconVerticalSolidList"/>
    <dgm:cxn modelId="{A2775BEE-A0BF-4A1A-875A-1DCC95FE0D88}" type="presOf" srcId="{C39A03C0-42DE-4567-8FFA-7367CD1985F3}" destId="{AF924427-6F18-4907-B003-A1D1D95E50ED}" srcOrd="0" destOrd="0" presId="urn:microsoft.com/office/officeart/2018/2/layout/IconVerticalSolidList"/>
    <dgm:cxn modelId="{9CA4B863-5E76-4CA7-9F72-9B2A8C7FB28C}" type="presParOf" srcId="{AF924427-6F18-4907-B003-A1D1D95E50ED}" destId="{C41E2B20-1B96-43CC-BC62-181FDCD23126}" srcOrd="0" destOrd="0" presId="urn:microsoft.com/office/officeart/2018/2/layout/IconVerticalSolidList"/>
    <dgm:cxn modelId="{E4720C3F-82BA-45E2-810F-47B9D06A87DD}" type="presParOf" srcId="{C41E2B20-1B96-43CC-BC62-181FDCD23126}" destId="{FA6A0D43-82B7-418A-9A57-A305E111AA6A}" srcOrd="0" destOrd="0" presId="urn:microsoft.com/office/officeart/2018/2/layout/IconVerticalSolidList"/>
    <dgm:cxn modelId="{7BC82AF0-B3B1-42FB-8F04-F4A92A2906B7}" type="presParOf" srcId="{C41E2B20-1B96-43CC-BC62-181FDCD23126}" destId="{32B87C04-2DF4-4690-BCE5-C4360CE8EB5A}" srcOrd="1" destOrd="0" presId="urn:microsoft.com/office/officeart/2018/2/layout/IconVerticalSolidList"/>
    <dgm:cxn modelId="{99C73B1D-D9F6-491C-9B45-41FFF96987A2}" type="presParOf" srcId="{C41E2B20-1B96-43CC-BC62-181FDCD23126}" destId="{1D2DDDFF-E8A9-4E05-940A-15BB3C72D0FF}" srcOrd="2" destOrd="0" presId="urn:microsoft.com/office/officeart/2018/2/layout/IconVerticalSolidList"/>
    <dgm:cxn modelId="{921A924B-94EE-4351-99BD-7E0149F07D1B}" type="presParOf" srcId="{C41E2B20-1B96-43CC-BC62-181FDCD23126}" destId="{8A3B88BB-8360-4EE0-BEE0-AC272A67C102}" srcOrd="3" destOrd="0" presId="urn:microsoft.com/office/officeart/2018/2/layout/IconVerticalSolidList"/>
    <dgm:cxn modelId="{5BB6012D-14E3-4927-A9F4-1469887107D9}" type="presParOf" srcId="{AF924427-6F18-4907-B003-A1D1D95E50ED}" destId="{7EC0C8C7-27AD-4928-B286-F90EF0744712}" srcOrd="1" destOrd="0" presId="urn:microsoft.com/office/officeart/2018/2/layout/IconVerticalSolidList"/>
    <dgm:cxn modelId="{52F20CA2-2E0D-41A8-8CCE-AF909BBB943E}" type="presParOf" srcId="{AF924427-6F18-4907-B003-A1D1D95E50ED}" destId="{CB8B8F02-0D5F-46A9-AC4C-A881CB550E93}" srcOrd="2" destOrd="0" presId="urn:microsoft.com/office/officeart/2018/2/layout/IconVerticalSolidList"/>
    <dgm:cxn modelId="{36D3351A-BB3A-4559-BC33-D0EF1F6DB8BA}" type="presParOf" srcId="{CB8B8F02-0D5F-46A9-AC4C-A881CB550E93}" destId="{D71E5A35-C320-442A-888E-BC968386E2BD}" srcOrd="0" destOrd="0" presId="urn:microsoft.com/office/officeart/2018/2/layout/IconVerticalSolidList"/>
    <dgm:cxn modelId="{6BCFCED1-47EF-48AE-B90F-D931E7F3A5AE}" type="presParOf" srcId="{CB8B8F02-0D5F-46A9-AC4C-A881CB550E93}" destId="{42D5665F-F676-463A-A4DD-2EA2B3B14490}" srcOrd="1" destOrd="0" presId="urn:microsoft.com/office/officeart/2018/2/layout/IconVerticalSolidList"/>
    <dgm:cxn modelId="{3552D213-995D-4D19-98E2-858932338023}" type="presParOf" srcId="{CB8B8F02-0D5F-46A9-AC4C-A881CB550E93}" destId="{50A3CE3D-E961-4C81-B9A6-6497EA732399}" srcOrd="2" destOrd="0" presId="urn:microsoft.com/office/officeart/2018/2/layout/IconVerticalSolidList"/>
    <dgm:cxn modelId="{F5DCD421-B0B3-42BA-90BD-10C59B3D3475}" type="presParOf" srcId="{CB8B8F02-0D5F-46A9-AC4C-A881CB550E93}" destId="{4CB15A28-3B5F-457A-9F0F-4D42F749381F}" srcOrd="3" destOrd="0" presId="urn:microsoft.com/office/officeart/2018/2/layout/IconVerticalSolidList"/>
    <dgm:cxn modelId="{A09073D5-99CC-486C-9A77-7A1FB03F03B0}" type="presParOf" srcId="{AF924427-6F18-4907-B003-A1D1D95E50ED}" destId="{AD701263-D84E-45B7-9ECD-4599A9E05F0A}" srcOrd="3" destOrd="0" presId="urn:microsoft.com/office/officeart/2018/2/layout/IconVerticalSolidList"/>
    <dgm:cxn modelId="{DF2B3F1A-8B3F-4589-9076-F1A60F8CB238}" type="presParOf" srcId="{AF924427-6F18-4907-B003-A1D1D95E50ED}" destId="{D8682D2C-133C-4E1F-A644-51D36109C293}" srcOrd="4" destOrd="0" presId="urn:microsoft.com/office/officeart/2018/2/layout/IconVerticalSolidList"/>
    <dgm:cxn modelId="{45B48969-6B52-491E-BFBD-AD094C880F83}" type="presParOf" srcId="{D8682D2C-133C-4E1F-A644-51D36109C293}" destId="{319DB036-7E18-4B11-A8FE-0E5FBCB06835}" srcOrd="0" destOrd="0" presId="urn:microsoft.com/office/officeart/2018/2/layout/IconVerticalSolidList"/>
    <dgm:cxn modelId="{EF9433E6-027E-4B4E-978B-8028152CDC1A}" type="presParOf" srcId="{D8682D2C-133C-4E1F-A644-51D36109C293}" destId="{B6B3995D-1CB6-45AD-952C-12F850710C53}" srcOrd="1" destOrd="0" presId="urn:microsoft.com/office/officeart/2018/2/layout/IconVerticalSolidList"/>
    <dgm:cxn modelId="{947DA018-DDA9-4885-B962-F7414E41ED7C}" type="presParOf" srcId="{D8682D2C-133C-4E1F-A644-51D36109C293}" destId="{99916D73-1CED-4292-8AA0-CD569430AA3E}" srcOrd="2" destOrd="0" presId="urn:microsoft.com/office/officeart/2018/2/layout/IconVerticalSolidList"/>
    <dgm:cxn modelId="{A8D82F7D-E7C1-47D2-9DAC-F4F6414E53D1}" type="presParOf" srcId="{D8682D2C-133C-4E1F-A644-51D36109C293}" destId="{7C0432C0-D434-428E-B76A-891E33FFDCE7}" srcOrd="3" destOrd="0" presId="urn:microsoft.com/office/officeart/2018/2/layout/IconVerticalSolidList"/>
    <dgm:cxn modelId="{3E6AF519-37A5-4E8A-B90B-1009E38E301B}" type="presParOf" srcId="{AF924427-6F18-4907-B003-A1D1D95E50ED}" destId="{C8522D98-4CD4-4240-B8B4-C160F819B35B}" srcOrd="5" destOrd="0" presId="urn:microsoft.com/office/officeart/2018/2/layout/IconVerticalSolidList"/>
    <dgm:cxn modelId="{D45E0F93-89B0-4E38-9741-E3AB7BA12FDC}" type="presParOf" srcId="{AF924427-6F18-4907-B003-A1D1D95E50ED}" destId="{A944B555-BD1E-4485-B9F0-0A8FDFC23C0C}" srcOrd="6" destOrd="0" presId="urn:microsoft.com/office/officeart/2018/2/layout/IconVerticalSolidList"/>
    <dgm:cxn modelId="{765DA735-D95F-4BEB-A6BA-40C510122DA4}" type="presParOf" srcId="{A944B555-BD1E-4485-B9F0-0A8FDFC23C0C}" destId="{DD129CAA-69A5-4672-B718-096E87DCBD69}" srcOrd="0" destOrd="0" presId="urn:microsoft.com/office/officeart/2018/2/layout/IconVerticalSolidList"/>
    <dgm:cxn modelId="{8B4DFE53-04D7-4C53-A23F-D047961D3F10}" type="presParOf" srcId="{A944B555-BD1E-4485-B9F0-0A8FDFC23C0C}" destId="{891645F2-FF71-4AF2-A5DE-F05A704AF138}" srcOrd="1" destOrd="0" presId="urn:microsoft.com/office/officeart/2018/2/layout/IconVerticalSolidList"/>
    <dgm:cxn modelId="{F041857B-A607-4BA8-8A71-B5777050A674}" type="presParOf" srcId="{A944B555-BD1E-4485-B9F0-0A8FDFC23C0C}" destId="{0760193C-F188-424C-9030-1C0F0E45C4D9}" srcOrd="2" destOrd="0" presId="urn:microsoft.com/office/officeart/2018/2/layout/IconVerticalSolidList"/>
    <dgm:cxn modelId="{C6765E24-0914-4F68-B9DC-7D559A279056}" type="presParOf" srcId="{A944B555-BD1E-4485-B9F0-0A8FDFC23C0C}" destId="{FB5AC30A-9E01-4852-AFCB-42EA570E08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BF7E6D-4844-423E-B716-C8B3D8CCC273}" type="doc">
      <dgm:prSet loTypeId="urn:microsoft.com/office/officeart/2018/2/layout/IconCircleList" loCatId="icon" qsTypeId="urn:microsoft.com/office/officeart/2005/8/quickstyle/simple1" qsCatId="simple" csTypeId="urn:microsoft.com/office/officeart/2018/5/colors/Iconchunking_neutralbg_accent5_2" csCatId="accent5" phldr="1"/>
      <dgm:spPr/>
      <dgm:t>
        <a:bodyPr/>
        <a:lstStyle/>
        <a:p>
          <a:endParaRPr lang="en-US"/>
        </a:p>
      </dgm:t>
    </dgm:pt>
    <dgm:pt modelId="{83C680FF-3B28-4026-A612-14721BD67778}">
      <dgm:prSet/>
      <dgm:spPr/>
      <dgm:t>
        <a:bodyPr/>
        <a:lstStyle/>
        <a:p>
          <a:pPr>
            <a:lnSpc>
              <a:spcPct val="100000"/>
            </a:lnSpc>
          </a:pPr>
          <a:r>
            <a:rPr lang="en-US"/>
            <a:t>Addresses a real, daily problem</a:t>
          </a:r>
        </a:p>
      </dgm:t>
    </dgm:pt>
    <dgm:pt modelId="{BDB4E758-9CA2-4C91-A02C-A2E2DE8764CC}" type="parTrans" cxnId="{BCEE299D-BD0E-4921-B363-B1E7FB322F05}">
      <dgm:prSet/>
      <dgm:spPr/>
      <dgm:t>
        <a:bodyPr/>
        <a:lstStyle/>
        <a:p>
          <a:endParaRPr lang="en-US"/>
        </a:p>
      </dgm:t>
    </dgm:pt>
    <dgm:pt modelId="{EFB3B92D-465E-4D30-ACE5-B5DE85003EE8}" type="sibTrans" cxnId="{BCEE299D-BD0E-4921-B363-B1E7FB322F05}">
      <dgm:prSet/>
      <dgm:spPr/>
      <dgm:t>
        <a:bodyPr/>
        <a:lstStyle/>
        <a:p>
          <a:pPr>
            <a:lnSpc>
              <a:spcPct val="100000"/>
            </a:lnSpc>
          </a:pPr>
          <a:endParaRPr lang="en-US"/>
        </a:p>
      </dgm:t>
    </dgm:pt>
    <dgm:pt modelId="{BF84BDE7-FA68-4BC6-A3D6-613E30630B90}">
      <dgm:prSet/>
      <dgm:spPr/>
      <dgm:t>
        <a:bodyPr/>
        <a:lstStyle/>
        <a:p>
          <a:pPr>
            <a:lnSpc>
              <a:spcPct val="100000"/>
            </a:lnSpc>
          </a:pPr>
          <a:r>
            <a:rPr lang="en-US" dirty="0"/>
            <a:t>User-friendly and non-intrusive</a:t>
          </a:r>
        </a:p>
      </dgm:t>
    </dgm:pt>
    <dgm:pt modelId="{02CF6346-DEFA-4767-A8DB-C67E3C2BF9BC}" type="parTrans" cxnId="{227F8EF0-7424-4E56-B709-1331F428F7E2}">
      <dgm:prSet/>
      <dgm:spPr/>
      <dgm:t>
        <a:bodyPr/>
        <a:lstStyle/>
        <a:p>
          <a:endParaRPr lang="en-US"/>
        </a:p>
      </dgm:t>
    </dgm:pt>
    <dgm:pt modelId="{9377C188-79A0-408D-A6D2-6BC0886E90D8}" type="sibTrans" cxnId="{227F8EF0-7424-4E56-B709-1331F428F7E2}">
      <dgm:prSet/>
      <dgm:spPr/>
      <dgm:t>
        <a:bodyPr/>
        <a:lstStyle/>
        <a:p>
          <a:pPr>
            <a:lnSpc>
              <a:spcPct val="100000"/>
            </a:lnSpc>
          </a:pPr>
          <a:endParaRPr lang="en-US"/>
        </a:p>
      </dgm:t>
    </dgm:pt>
    <dgm:pt modelId="{2704EFC8-AC3C-43E8-8D50-CA0E08C44BE0}">
      <dgm:prSet/>
      <dgm:spPr/>
      <dgm:t>
        <a:bodyPr/>
        <a:lstStyle/>
        <a:p>
          <a:pPr>
            <a:lnSpc>
              <a:spcPct val="100000"/>
            </a:lnSpc>
          </a:pPr>
          <a:r>
            <a:rPr lang="en-US" dirty="0"/>
            <a:t>Encourages healthier posture habits</a:t>
          </a:r>
        </a:p>
      </dgm:t>
    </dgm:pt>
    <dgm:pt modelId="{0E8D6B3C-DA73-4FD4-84BC-649606BE6780}" type="parTrans" cxnId="{3AF356B7-711E-4959-8925-0AA726C5ED89}">
      <dgm:prSet/>
      <dgm:spPr/>
      <dgm:t>
        <a:bodyPr/>
        <a:lstStyle/>
        <a:p>
          <a:endParaRPr lang="en-US"/>
        </a:p>
      </dgm:t>
    </dgm:pt>
    <dgm:pt modelId="{7EFDF8B7-D889-4D82-9C75-8C8158BE088B}" type="sibTrans" cxnId="{3AF356B7-711E-4959-8925-0AA726C5ED89}">
      <dgm:prSet/>
      <dgm:spPr/>
      <dgm:t>
        <a:bodyPr/>
        <a:lstStyle/>
        <a:p>
          <a:pPr>
            <a:lnSpc>
              <a:spcPct val="100000"/>
            </a:lnSpc>
          </a:pPr>
          <a:endParaRPr lang="en-US"/>
        </a:p>
      </dgm:t>
    </dgm:pt>
    <dgm:pt modelId="{009679B8-A5C3-4E2F-B0F4-0129F2BBE197}">
      <dgm:prSet/>
      <dgm:spPr/>
      <dgm:t>
        <a:bodyPr/>
        <a:lstStyle/>
        <a:p>
          <a:pPr>
            <a:lnSpc>
              <a:spcPct val="100000"/>
            </a:lnSpc>
          </a:pPr>
          <a:r>
            <a:rPr lang="en-US" dirty="0"/>
            <a:t>Designed for the modern office job</a:t>
          </a:r>
        </a:p>
      </dgm:t>
    </dgm:pt>
    <dgm:pt modelId="{D04B1386-F26E-41B6-884D-233AB92DF7C8}" type="sibTrans" cxnId="{6D326FC2-F030-495C-820C-35A56F10D353}">
      <dgm:prSet/>
      <dgm:spPr/>
      <dgm:t>
        <a:bodyPr/>
        <a:lstStyle/>
        <a:p>
          <a:endParaRPr lang="en-US"/>
        </a:p>
      </dgm:t>
    </dgm:pt>
    <dgm:pt modelId="{D05DBD8D-900B-47B3-9E8E-417533EB8DD4}" type="parTrans" cxnId="{6D326FC2-F030-495C-820C-35A56F10D353}">
      <dgm:prSet/>
      <dgm:spPr/>
      <dgm:t>
        <a:bodyPr/>
        <a:lstStyle/>
        <a:p>
          <a:endParaRPr lang="en-US"/>
        </a:p>
      </dgm:t>
    </dgm:pt>
    <dgm:pt modelId="{56EA557E-0FEF-421A-B7C7-8590A08E897E}" type="pres">
      <dgm:prSet presAssocID="{E0BF7E6D-4844-423E-B716-C8B3D8CCC273}" presName="root" presStyleCnt="0">
        <dgm:presLayoutVars>
          <dgm:dir/>
          <dgm:resizeHandles val="exact"/>
        </dgm:presLayoutVars>
      </dgm:prSet>
      <dgm:spPr/>
    </dgm:pt>
    <dgm:pt modelId="{9C25D369-8658-4E04-AD06-CF922A0C29FB}" type="pres">
      <dgm:prSet presAssocID="{E0BF7E6D-4844-423E-B716-C8B3D8CCC273}" presName="container" presStyleCnt="0">
        <dgm:presLayoutVars>
          <dgm:dir/>
          <dgm:resizeHandles val="exact"/>
        </dgm:presLayoutVars>
      </dgm:prSet>
      <dgm:spPr/>
    </dgm:pt>
    <dgm:pt modelId="{2CD2381C-199A-4F37-A96E-295ECB9095BF}" type="pres">
      <dgm:prSet presAssocID="{83C680FF-3B28-4026-A612-14721BD67778}" presName="compNode" presStyleCnt="0"/>
      <dgm:spPr/>
    </dgm:pt>
    <dgm:pt modelId="{FBFE2BC6-9B44-498B-945D-4876CDD97D55}" type="pres">
      <dgm:prSet presAssocID="{83C680FF-3B28-4026-A612-14721BD67778}" presName="iconBgRect" presStyleLbl="bgShp" presStyleIdx="0" presStyleCnt="4"/>
      <dgm:spPr/>
    </dgm:pt>
    <dgm:pt modelId="{5601E991-2B52-49EC-8B7E-5AF917D93823}" type="pres">
      <dgm:prSet presAssocID="{83C680FF-3B28-4026-A612-14721BD67778}"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Question mark with solid fill"/>
        </a:ext>
      </dgm:extLst>
    </dgm:pt>
    <dgm:pt modelId="{1F8C3FEB-24EE-4139-A0B3-011FFDAC959D}" type="pres">
      <dgm:prSet presAssocID="{83C680FF-3B28-4026-A612-14721BD67778}" presName="spaceRect" presStyleCnt="0"/>
      <dgm:spPr/>
    </dgm:pt>
    <dgm:pt modelId="{F3B44A0E-4EE4-4075-A988-CD83185EF378}" type="pres">
      <dgm:prSet presAssocID="{83C680FF-3B28-4026-A612-14721BD67778}" presName="textRect" presStyleLbl="revTx" presStyleIdx="0" presStyleCnt="4">
        <dgm:presLayoutVars>
          <dgm:chMax val="1"/>
          <dgm:chPref val="1"/>
        </dgm:presLayoutVars>
      </dgm:prSet>
      <dgm:spPr/>
    </dgm:pt>
    <dgm:pt modelId="{DF4A2947-B39D-4D69-B9A8-3D9DE00D9001}" type="pres">
      <dgm:prSet presAssocID="{EFB3B92D-465E-4D30-ACE5-B5DE85003EE8}" presName="sibTrans" presStyleLbl="sibTrans2D1" presStyleIdx="0" presStyleCnt="0"/>
      <dgm:spPr/>
    </dgm:pt>
    <dgm:pt modelId="{E1EE34DC-0490-4FE0-AC07-FE3260619500}" type="pres">
      <dgm:prSet presAssocID="{BF84BDE7-FA68-4BC6-A3D6-613E30630B90}" presName="compNode" presStyleCnt="0"/>
      <dgm:spPr/>
    </dgm:pt>
    <dgm:pt modelId="{A5EB29A6-C0A5-4B17-A025-3C8260597497}" type="pres">
      <dgm:prSet presAssocID="{BF84BDE7-FA68-4BC6-A3D6-613E30630B90}" presName="iconBgRect" presStyleLbl="bgShp" presStyleIdx="1" presStyleCnt="4"/>
      <dgm:spPr/>
    </dgm:pt>
    <dgm:pt modelId="{54D8A2AD-395F-4E6E-A9E0-E99400975EFE}" type="pres">
      <dgm:prSet presAssocID="{BF84BDE7-FA68-4BC6-A3D6-613E30630B9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Hand"/>
        </a:ext>
      </dgm:extLst>
    </dgm:pt>
    <dgm:pt modelId="{6542365C-3941-4196-AD66-53D87458B109}" type="pres">
      <dgm:prSet presAssocID="{BF84BDE7-FA68-4BC6-A3D6-613E30630B90}" presName="spaceRect" presStyleCnt="0"/>
      <dgm:spPr/>
    </dgm:pt>
    <dgm:pt modelId="{CD6A4F3A-BFE8-45BC-A3AF-A90FCEBADE0B}" type="pres">
      <dgm:prSet presAssocID="{BF84BDE7-FA68-4BC6-A3D6-613E30630B90}" presName="textRect" presStyleLbl="revTx" presStyleIdx="1" presStyleCnt="4">
        <dgm:presLayoutVars>
          <dgm:chMax val="1"/>
          <dgm:chPref val="1"/>
        </dgm:presLayoutVars>
      </dgm:prSet>
      <dgm:spPr/>
    </dgm:pt>
    <dgm:pt modelId="{A5910225-5AEC-4467-9365-B31834CD5526}" type="pres">
      <dgm:prSet presAssocID="{9377C188-79A0-408D-A6D2-6BC0886E90D8}" presName="sibTrans" presStyleLbl="sibTrans2D1" presStyleIdx="0" presStyleCnt="0"/>
      <dgm:spPr/>
    </dgm:pt>
    <dgm:pt modelId="{2DA73934-C72F-4281-A8C8-F1628D6CBC4C}" type="pres">
      <dgm:prSet presAssocID="{2704EFC8-AC3C-43E8-8D50-CA0E08C44BE0}" presName="compNode" presStyleCnt="0"/>
      <dgm:spPr/>
    </dgm:pt>
    <dgm:pt modelId="{5D6FDD5B-BFB0-4F7E-8038-8B003EC74DAF}" type="pres">
      <dgm:prSet presAssocID="{2704EFC8-AC3C-43E8-8D50-CA0E08C44BE0}" presName="iconBgRect" presStyleLbl="bgShp" presStyleIdx="2" presStyleCnt="4"/>
      <dgm:spPr/>
    </dgm:pt>
    <dgm:pt modelId="{21DBE59D-73A3-4D00-8FC5-E5146C097A57}" type="pres">
      <dgm:prSet presAssocID="{2704EFC8-AC3C-43E8-8D50-CA0E08C44BE0}"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Medical with solid fill"/>
        </a:ext>
      </dgm:extLst>
    </dgm:pt>
    <dgm:pt modelId="{A060BE97-BCBC-49DF-9EB9-426F197BC815}" type="pres">
      <dgm:prSet presAssocID="{2704EFC8-AC3C-43E8-8D50-CA0E08C44BE0}" presName="spaceRect" presStyleCnt="0"/>
      <dgm:spPr/>
    </dgm:pt>
    <dgm:pt modelId="{7CE2178D-C0A9-4ED8-B2F3-9F0697D9D7D8}" type="pres">
      <dgm:prSet presAssocID="{2704EFC8-AC3C-43E8-8D50-CA0E08C44BE0}" presName="textRect" presStyleLbl="revTx" presStyleIdx="2" presStyleCnt="4">
        <dgm:presLayoutVars>
          <dgm:chMax val="1"/>
          <dgm:chPref val="1"/>
        </dgm:presLayoutVars>
      </dgm:prSet>
      <dgm:spPr/>
    </dgm:pt>
    <dgm:pt modelId="{1DAD4D3C-45F1-4962-9F70-674FB09BB1C9}" type="pres">
      <dgm:prSet presAssocID="{7EFDF8B7-D889-4D82-9C75-8C8158BE088B}" presName="sibTrans" presStyleLbl="sibTrans2D1" presStyleIdx="0" presStyleCnt="0"/>
      <dgm:spPr/>
    </dgm:pt>
    <dgm:pt modelId="{D50A633D-74DF-4E80-8772-851E6C0EB848}" type="pres">
      <dgm:prSet presAssocID="{009679B8-A5C3-4E2F-B0F4-0129F2BBE197}" presName="compNode" presStyleCnt="0"/>
      <dgm:spPr/>
    </dgm:pt>
    <dgm:pt modelId="{44A2BCF2-90DF-48B8-91E2-8D390D8D28CF}" type="pres">
      <dgm:prSet presAssocID="{009679B8-A5C3-4E2F-B0F4-0129F2BBE197}" presName="iconBgRect" presStyleLbl="bgShp" presStyleIdx="3" presStyleCnt="4"/>
      <dgm:spPr/>
    </dgm:pt>
    <dgm:pt modelId="{4096A36F-8535-4012-8733-69C1CAC474EF}" type="pres">
      <dgm:prSet presAssocID="{009679B8-A5C3-4E2F-B0F4-0129F2BBE197}"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Work from home desk with solid fill"/>
        </a:ext>
      </dgm:extLst>
    </dgm:pt>
    <dgm:pt modelId="{280141BA-E62B-463B-B849-4B731BDF11B2}" type="pres">
      <dgm:prSet presAssocID="{009679B8-A5C3-4E2F-B0F4-0129F2BBE197}" presName="spaceRect" presStyleCnt="0"/>
      <dgm:spPr/>
    </dgm:pt>
    <dgm:pt modelId="{AADFA664-8F7B-4A41-9102-D54F3C8F3BD9}" type="pres">
      <dgm:prSet presAssocID="{009679B8-A5C3-4E2F-B0F4-0129F2BBE197}" presName="textRect" presStyleLbl="revTx" presStyleIdx="3" presStyleCnt="4">
        <dgm:presLayoutVars>
          <dgm:chMax val="1"/>
          <dgm:chPref val="1"/>
        </dgm:presLayoutVars>
      </dgm:prSet>
      <dgm:spPr/>
    </dgm:pt>
  </dgm:ptLst>
  <dgm:cxnLst>
    <dgm:cxn modelId="{1BD91304-9340-4062-B3E5-838166CD256A}" type="presOf" srcId="{EFB3B92D-465E-4D30-ACE5-B5DE85003EE8}" destId="{DF4A2947-B39D-4D69-B9A8-3D9DE00D9001}" srcOrd="0" destOrd="0" presId="urn:microsoft.com/office/officeart/2018/2/layout/IconCircleList"/>
    <dgm:cxn modelId="{3DCBC90F-3D59-4D6E-A01C-B7488FECFE73}" type="presOf" srcId="{83C680FF-3B28-4026-A612-14721BD67778}" destId="{F3B44A0E-4EE4-4075-A988-CD83185EF378}" srcOrd="0" destOrd="0" presId="urn:microsoft.com/office/officeart/2018/2/layout/IconCircleList"/>
    <dgm:cxn modelId="{9F5FBD2F-E870-4CA8-9903-1A6E5E6F963C}" type="presOf" srcId="{009679B8-A5C3-4E2F-B0F4-0129F2BBE197}" destId="{AADFA664-8F7B-4A41-9102-D54F3C8F3BD9}" srcOrd="0" destOrd="0" presId="urn:microsoft.com/office/officeart/2018/2/layout/IconCircleList"/>
    <dgm:cxn modelId="{A8ABE068-7816-46EA-9B87-9649365AED15}" type="presOf" srcId="{9377C188-79A0-408D-A6D2-6BC0886E90D8}" destId="{A5910225-5AEC-4467-9365-B31834CD5526}" srcOrd="0" destOrd="0" presId="urn:microsoft.com/office/officeart/2018/2/layout/IconCircleList"/>
    <dgm:cxn modelId="{780D2856-50A5-46BD-AA3D-5BC4F33FEA5F}" type="presOf" srcId="{7EFDF8B7-D889-4D82-9C75-8C8158BE088B}" destId="{1DAD4D3C-45F1-4962-9F70-674FB09BB1C9}" srcOrd="0" destOrd="0" presId="urn:microsoft.com/office/officeart/2018/2/layout/IconCircleList"/>
    <dgm:cxn modelId="{ADA7B679-E9C2-41FC-99FD-A77592FBF360}" type="presOf" srcId="{BF84BDE7-FA68-4BC6-A3D6-613E30630B90}" destId="{CD6A4F3A-BFE8-45BC-A3AF-A90FCEBADE0B}" srcOrd="0" destOrd="0" presId="urn:microsoft.com/office/officeart/2018/2/layout/IconCircleList"/>
    <dgm:cxn modelId="{BCEE299D-BD0E-4921-B363-B1E7FB322F05}" srcId="{E0BF7E6D-4844-423E-B716-C8B3D8CCC273}" destId="{83C680FF-3B28-4026-A612-14721BD67778}" srcOrd="0" destOrd="0" parTransId="{BDB4E758-9CA2-4C91-A02C-A2E2DE8764CC}" sibTransId="{EFB3B92D-465E-4D30-ACE5-B5DE85003EE8}"/>
    <dgm:cxn modelId="{3AF356B7-711E-4959-8925-0AA726C5ED89}" srcId="{E0BF7E6D-4844-423E-B716-C8B3D8CCC273}" destId="{2704EFC8-AC3C-43E8-8D50-CA0E08C44BE0}" srcOrd="2" destOrd="0" parTransId="{0E8D6B3C-DA73-4FD4-84BC-649606BE6780}" sibTransId="{7EFDF8B7-D889-4D82-9C75-8C8158BE088B}"/>
    <dgm:cxn modelId="{6D326FC2-F030-495C-820C-35A56F10D353}" srcId="{E0BF7E6D-4844-423E-B716-C8B3D8CCC273}" destId="{009679B8-A5C3-4E2F-B0F4-0129F2BBE197}" srcOrd="3" destOrd="0" parTransId="{D05DBD8D-900B-47B3-9E8E-417533EB8DD4}" sibTransId="{D04B1386-F26E-41B6-884D-233AB92DF7C8}"/>
    <dgm:cxn modelId="{23F35DCC-7E8A-417C-BAF8-A817525D9620}" type="presOf" srcId="{2704EFC8-AC3C-43E8-8D50-CA0E08C44BE0}" destId="{7CE2178D-C0A9-4ED8-B2F3-9F0697D9D7D8}" srcOrd="0" destOrd="0" presId="urn:microsoft.com/office/officeart/2018/2/layout/IconCircleList"/>
    <dgm:cxn modelId="{952ABED5-5D4F-4A78-A203-1A7EFD66E48F}" type="presOf" srcId="{E0BF7E6D-4844-423E-B716-C8B3D8CCC273}" destId="{56EA557E-0FEF-421A-B7C7-8590A08E897E}" srcOrd="0" destOrd="0" presId="urn:microsoft.com/office/officeart/2018/2/layout/IconCircleList"/>
    <dgm:cxn modelId="{227F8EF0-7424-4E56-B709-1331F428F7E2}" srcId="{E0BF7E6D-4844-423E-B716-C8B3D8CCC273}" destId="{BF84BDE7-FA68-4BC6-A3D6-613E30630B90}" srcOrd="1" destOrd="0" parTransId="{02CF6346-DEFA-4767-A8DB-C67E3C2BF9BC}" sibTransId="{9377C188-79A0-408D-A6D2-6BC0886E90D8}"/>
    <dgm:cxn modelId="{0CB6893A-77C4-4A7C-80FB-5E0EFB62F0A2}" type="presParOf" srcId="{56EA557E-0FEF-421A-B7C7-8590A08E897E}" destId="{9C25D369-8658-4E04-AD06-CF922A0C29FB}" srcOrd="0" destOrd="0" presId="urn:microsoft.com/office/officeart/2018/2/layout/IconCircleList"/>
    <dgm:cxn modelId="{120C5702-32AC-47F2-9BB4-A777750B0117}" type="presParOf" srcId="{9C25D369-8658-4E04-AD06-CF922A0C29FB}" destId="{2CD2381C-199A-4F37-A96E-295ECB9095BF}" srcOrd="0" destOrd="0" presId="urn:microsoft.com/office/officeart/2018/2/layout/IconCircleList"/>
    <dgm:cxn modelId="{7F196114-F9B4-471E-85D5-02B1D71AE098}" type="presParOf" srcId="{2CD2381C-199A-4F37-A96E-295ECB9095BF}" destId="{FBFE2BC6-9B44-498B-945D-4876CDD97D55}" srcOrd="0" destOrd="0" presId="urn:microsoft.com/office/officeart/2018/2/layout/IconCircleList"/>
    <dgm:cxn modelId="{02313FF3-EC52-443C-8F72-31E91AD01E89}" type="presParOf" srcId="{2CD2381C-199A-4F37-A96E-295ECB9095BF}" destId="{5601E991-2B52-49EC-8B7E-5AF917D93823}" srcOrd="1" destOrd="0" presId="urn:microsoft.com/office/officeart/2018/2/layout/IconCircleList"/>
    <dgm:cxn modelId="{7DA15ED1-A106-4495-A423-36BAF55F8EB0}" type="presParOf" srcId="{2CD2381C-199A-4F37-A96E-295ECB9095BF}" destId="{1F8C3FEB-24EE-4139-A0B3-011FFDAC959D}" srcOrd="2" destOrd="0" presId="urn:microsoft.com/office/officeart/2018/2/layout/IconCircleList"/>
    <dgm:cxn modelId="{93A32EEE-CBD2-4E91-822A-4582CBA7142F}" type="presParOf" srcId="{2CD2381C-199A-4F37-A96E-295ECB9095BF}" destId="{F3B44A0E-4EE4-4075-A988-CD83185EF378}" srcOrd="3" destOrd="0" presId="urn:microsoft.com/office/officeart/2018/2/layout/IconCircleList"/>
    <dgm:cxn modelId="{2716C081-7B28-4F84-9DA8-8E0230A66F90}" type="presParOf" srcId="{9C25D369-8658-4E04-AD06-CF922A0C29FB}" destId="{DF4A2947-B39D-4D69-B9A8-3D9DE00D9001}" srcOrd="1" destOrd="0" presId="urn:microsoft.com/office/officeart/2018/2/layout/IconCircleList"/>
    <dgm:cxn modelId="{AFF76769-3C9A-4614-AB06-E093A61D59E1}" type="presParOf" srcId="{9C25D369-8658-4E04-AD06-CF922A0C29FB}" destId="{E1EE34DC-0490-4FE0-AC07-FE3260619500}" srcOrd="2" destOrd="0" presId="urn:microsoft.com/office/officeart/2018/2/layout/IconCircleList"/>
    <dgm:cxn modelId="{24068A09-BCB0-4219-ABB4-359567614F9A}" type="presParOf" srcId="{E1EE34DC-0490-4FE0-AC07-FE3260619500}" destId="{A5EB29A6-C0A5-4B17-A025-3C8260597497}" srcOrd="0" destOrd="0" presId="urn:microsoft.com/office/officeart/2018/2/layout/IconCircleList"/>
    <dgm:cxn modelId="{3E2C7598-4699-4458-9BC1-C799FA246880}" type="presParOf" srcId="{E1EE34DC-0490-4FE0-AC07-FE3260619500}" destId="{54D8A2AD-395F-4E6E-A9E0-E99400975EFE}" srcOrd="1" destOrd="0" presId="urn:microsoft.com/office/officeart/2018/2/layout/IconCircleList"/>
    <dgm:cxn modelId="{E706F2BB-1F49-4C76-8A8F-FB8E6909BEFA}" type="presParOf" srcId="{E1EE34DC-0490-4FE0-AC07-FE3260619500}" destId="{6542365C-3941-4196-AD66-53D87458B109}" srcOrd="2" destOrd="0" presId="urn:microsoft.com/office/officeart/2018/2/layout/IconCircleList"/>
    <dgm:cxn modelId="{A010BDDD-49A4-4D6A-BEFF-785E3911E5EA}" type="presParOf" srcId="{E1EE34DC-0490-4FE0-AC07-FE3260619500}" destId="{CD6A4F3A-BFE8-45BC-A3AF-A90FCEBADE0B}" srcOrd="3" destOrd="0" presId="urn:microsoft.com/office/officeart/2018/2/layout/IconCircleList"/>
    <dgm:cxn modelId="{ED38C682-6E0F-463F-82A8-537B3CE72DA8}" type="presParOf" srcId="{9C25D369-8658-4E04-AD06-CF922A0C29FB}" destId="{A5910225-5AEC-4467-9365-B31834CD5526}" srcOrd="3" destOrd="0" presId="urn:microsoft.com/office/officeart/2018/2/layout/IconCircleList"/>
    <dgm:cxn modelId="{BE714905-4D42-4189-A41D-73766C429123}" type="presParOf" srcId="{9C25D369-8658-4E04-AD06-CF922A0C29FB}" destId="{2DA73934-C72F-4281-A8C8-F1628D6CBC4C}" srcOrd="4" destOrd="0" presId="urn:microsoft.com/office/officeart/2018/2/layout/IconCircleList"/>
    <dgm:cxn modelId="{5081D72A-F73D-41F7-8856-0BEB450B13CC}" type="presParOf" srcId="{2DA73934-C72F-4281-A8C8-F1628D6CBC4C}" destId="{5D6FDD5B-BFB0-4F7E-8038-8B003EC74DAF}" srcOrd="0" destOrd="0" presId="urn:microsoft.com/office/officeart/2018/2/layout/IconCircleList"/>
    <dgm:cxn modelId="{E3DD4204-8B46-442B-B641-D3C6F5738130}" type="presParOf" srcId="{2DA73934-C72F-4281-A8C8-F1628D6CBC4C}" destId="{21DBE59D-73A3-4D00-8FC5-E5146C097A57}" srcOrd="1" destOrd="0" presId="urn:microsoft.com/office/officeart/2018/2/layout/IconCircleList"/>
    <dgm:cxn modelId="{7C5BEC9E-78BB-431F-8540-A64786B79AB1}" type="presParOf" srcId="{2DA73934-C72F-4281-A8C8-F1628D6CBC4C}" destId="{A060BE97-BCBC-49DF-9EB9-426F197BC815}" srcOrd="2" destOrd="0" presId="urn:microsoft.com/office/officeart/2018/2/layout/IconCircleList"/>
    <dgm:cxn modelId="{2D4B3821-8FEA-43C3-A74E-9C4FA18FC526}" type="presParOf" srcId="{2DA73934-C72F-4281-A8C8-F1628D6CBC4C}" destId="{7CE2178D-C0A9-4ED8-B2F3-9F0697D9D7D8}" srcOrd="3" destOrd="0" presId="urn:microsoft.com/office/officeart/2018/2/layout/IconCircleList"/>
    <dgm:cxn modelId="{655C77A3-8D98-4CE0-B3EF-6732BCE59F27}" type="presParOf" srcId="{9C25D369-8658-4E04-AD06-CF922A0C29FB}" destId="{1DAD4D3C-45F1-4962-9F70-674FB09BB1C9}" srcOrd="5" destOrd="0" presId="urn:microsoft.com/office/officeart/2018/2/layout/IconCircleList"/>
    <dgm:cxn modelId="{8AA400F5-C53F-4B7A-80CE-1B8FB89288CE}" type="presParOf" srcId="{9C25D369-8658-4E04-AD06-CF922A0C29FB}" destId="{D50A633D-74DF-4E80-8772-851E6C0EB848}" srcOrd="6" destOrd="0" presId="urn:microsoft.com/office/officeart/2018/2/layout/IconCircleList"/>
    <dgm:cxn modelId="{0C610DBB-9192-4DC7-9E76-EFA4D77D5278}" type="presParOf" srcId="{D50A633D-74DF-4E80-8772-851E6C0EB848}" destId="{44A2BCF2-90DF-48B8-91E2-8D390D8D28CF}" srcOrd="0" destOrd="0" presId="urn:microsoft.com/office/officeart/2018/2/layout/IconCircleList"/>
    <dgm:cxn modelId="{993E62C7-2CA4-4873-9D3E-02B6DCF5D58E}" type="presParOf" srcId="{D50A633D-74DF-4E80-8772-851E6C0EB848}" destId="{4096A36F-8535-4012-8733-69C1CAC474EF}" srcOrd="1" destOrd="0" presId="urn:microsoft.com/office/officeart/2018/2/layout/IconCircleList"/>
    <dgm:cxn modelId="{437B01B6-F26D-45D6-BD4E-D7971ED81684}" type="presParOf" srcId="{D50A633D-74DF-4E80-8772-851E6C0EB848}" destId="{280141BA-E62B-463B-B849-4B731BDF11B2}" srcOrd="2" destOrd="0" presId="urn:microsoft.com/office/officeart/2018/2/layout/IconCircleList"/>
    <dgm:cxn modelId="{AC9A6EF2-7EEC-40FE-B115-23F23879F6F7}" type="presParOf" srcId="{D50A633D-74DF-4E80-8772-851E6C0EB848}" destId="{AADFA664-8F7B-4A41-9102-D54F3C8F3BD9}"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1B79A-9705-4143-A996-4905FB76EA85}">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837E5F-6B14-47E1-9A97-44CDF47CB40D}">
      <dsp:nvSpPr>
        <dsp:cNvPr id="0" name=""/>
        <dsp:cNvSpPr/>
      </dsp:nvSpPr>
      <dsp:spPr>
        <a:xfrm>
          <a:off x="0" y="0"/>
          <a:ext cx="210312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Smart hardware with a brilliant feedback system!</a:t>
          </a:r>
        </a:p>
      </dsp:txBody>
      <dsp:txXfrm>
        <a:off x="0" y="0"/>
        <a:ext cx="2103120" cy="4351338"/>
      </dsp:txXfrm>
    </dsp:sp>
    <dsp:sp modelId="{2EC87F2D-D569-4EDC-A608-5B4F5F53CE95}">
      <dsp:nvSpPr>
        <dsp:cNvPr id="0" name=""/>
        <dsp:cNvSpPr/>
      </dsp:nvSpPr>
      <dsp:spPr>
        <a:xfrm>
          <a:off x="2260854" y="51151"/>
          <a:ext cx="8254746" cy="102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100000"/>
            </a:lnSpc>
            <a:spcBef>
              <a:spcPct val="0"/>
            </a:spcBef>
            <a:spcAft>
              <a:spcPct val="35000"/>
            </a:spcAft>
            <a:buNone/>
          </a:pPr>
          <a:r>
            <a:rPr lang="en-US" sz="3600" kern="1200" dirty="0"/>
            <a:t>Sensors measure posture</a:t>
          </a:r>
        </a:p>
      </dsp:txBody>
      <dsp:txXfrm>
        <a:off x="2260854" y="51151"/>
        <a:ext cx="8254746" cy="1023031"/>
      </dsp:txXfrm>
    </dsp:sp>
    <dsp:sp modelId="{1324E421-AC82-45D7-9DEA-3142A225743C}">
      <dsp:nvSpPr>
        <dsp:cNvPr id="0" name=""/>
        <dsp:cNvSpPr/>
      </dsp:nvSpPr>
      <dsp:spPr>
        <a:xfrm>
          <a:off x="2103120" y="1074183"/>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E0D2D5-0713-4FC3-B857-0339A12327B0}">
      <dsp:nvSpPr>
        <dsp:cNvPr id="0" name=""/>
        <dsp:cNvSpPr/>
      </dsp:nvSpPr>
      <dsp:spPr>
        <a:xfrm>
          <a:off x="2260854" y="1125335"/>
          <a:ext cx="8254746" cy="102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Posture analysis through device</a:t>
          </a:r>
        </a:p>
      </dsp:txBody>
      <dsp:txXfrm>
        <a:off x="2260854" y="1125335"/>
        <a:ext cx="8254746" cy="1023031"/>
      </dsp:txXfrm>
    </dsp:sp>
    <dsp:sp modelId="{82FD7D45-8750-4D72-AB69-0413858D8E62}">
      <dsp:nvSpPr>
        <dsp:cNvPr id="0" name=""/>
        <dsp:cNvSpPr/>
      </dsp:nvSpPr>
      <dsp:spPr>
        <a:xfrm>
          <a:off x="2103120" y="2148366"/>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BF3955-8592-4D32-AA8B-C907A7A820DF}">
      <dsp:nvSpPr>
        <dsp:cNvPr id="0" name=""/>
        <dsp:cNvSpPr/>
      </dsp:nvSpPr>
      <dsp:spPr>
        <a:xfrm>
          <a:off x="2260854" y="2199518"/>
          <a:ext cx="8254746" cy="102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User sent an alert</a:t>
          </a:r>
        </a:p>
      </dsp:txBody>
      <dsp:txXfrm>
        <a:off x="2260854" y="2199518"/>
        <a:ext cx="8254746" cy="1023031"/>
      </dsp:txXfrm>
    </dsp:sp>
    <dsp:sp modelId="{0B6DD2E6-A5FE-481F-9002-92B60C91AC09}">
      <dsp:nvSpPr>
        <dsp:cNvPr id="0" name=""/>
        <dsp:cNvSpPr/>
      </dsp:nvSpPr>
      <dsp:spPr>
        <a:xfrm>
          <a:off x="2103120" y="3222550"/>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B7DD51-4DA6-4AD7-918A-40F7D05C14B3}">
      <dsp:nvSpPr>
        <dsp:cNvPr id="0" name=""/>
        <dsp:cNvSpPr/>
      </dsp:nvSpPr>
      <dsp:spPr>
        <a:xfrm>
          <a:off x="2260854" y="3273701"/>
          <a:ext cx="8254746" cy="102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App shows data and trends</a:t>
          </a:r>
        </a:p>
      </dsp:txBody>
      <dsp:txXfrm>
        <a:off x="2260854" y="3273701"/>
        <a:ext cx="8254746" cy="1023031"/>
      </dsp:txXfrm>
    </dsp:sp>
    <dsp:sp modelId="{BB06E6B5-86E0-42D6-B466-A2C624DFB48C}">
      <dsp:nvSpPr>
        <dsp:cNvPr id="0" name=""/>
        <dsp:cNvSpPr/>
      </dsp:nvSpPr>
      <dsp:spPr>
        <a:xfrm>
          <a:off x="2103120" y="4296733"/>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F69D7-BDFA-4E58-93B6-534612E1172D}">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89A06D-413D-445B-95F4-5BE5922DAF3A}">
      <dsp:nvSpPr>
        <dsp:cNvPr id="0" name=""/>
        <dsp:cNvSpPr/>
      </dsp:nvSpPr>
      <dsp:spPr>
        <a:xfrm>
          <a:off x="871091" y="1096370"/>
          <a:ext cx="829671" cy="82967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069094-DC80-4998-9C7F-FD721B0C13E0}">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Calibration sessions through the app</a:t>
          </a:r>
        </a:p>
      </dsp:txBody>
      <dsp:txXfrm>
        <a:off x="100682" y="2684598"/>
        <a:ext cx="2370489" cy="720000"/>
      </dsp:txXfrm>
    </dsp:sp>
    <dsp:sp modelId="{F498F14A-58CA-45EB-97FB-B3928F9B6D36}">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92B7DE-F156-4F25-A0A2-BED506D7F392}">
      <dsp:nvSpPr>
        <dsp:cNvPr id="0" name=""/>
        <dsp:cNvSpPr/>
      </dsp:nvSpPr>
      <dsp:spPr>
        <a:xfrm>
          <a:off x="3656416" y="1096370"/>
          <a:ext cx="829671" cy="82967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3ECF40-4A46-4FCC-A0C2-7CB69D2924A0}">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Visual history and trends of posture</a:t>
          </a:r>
        </a:p>
      </dsp:txBody>
      <dsp:txXfrm>
        <a:off x="2886007" y="2684598"/>
        <a:ext cx="2370489" cy="720000"/>
      </dsp:txXfrm>
    </dsp:sp>
    <dsp:sp modelId="{8E6F3AB8-E2C2-4478-BCBA-0F3C94E58E35}">
      <dsp:nvSpPr>
        <dsp:cNvPr id="0" name=""/>
        <dsp:cNvSpPr/>
      </dsp:nvSpPr>
      <dsp:spPr>
        <a:xfrm>
          <a:off x="6133577" y="788206"/>
          <a:ext cx="1445998" cy="1445998"/>
        </a:xfrm>
        <a:prstGeom prst="ellipse">
          <a:avLst/>
        </a:prstGeom>
        <a:solidFill>
          <a:srgbClr val="FF0000"/>
        </a:solidFill>
        <a:ln>
          <a:noFill/>
        </a:ln>
        <a:effectLst/>
      </dsp:spPr>
      <dsp:style>
        <a:lnRef idx="0">
          <a:scrgbClr r="0" g="0" b="0"/>
        </a:lnRef>
        <a:fillRef idx="1">
          <a:scrgbClr r="0" g="0" b="0"/>
        </a:fillRef>
        <a:effectRef idx="0">
          <a:scrgbClr r="0" g="0" b="0"/>
        </a:effectRef>
        <a:fontRef idx="minor"/>
      </dsp:style>
    </dsp:sp>
    <dsp:sp modelId="{24FF7CA4-1CDE-4FD1-9651-93941575B6BB}">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2B73F3-8295-447A-8CFF-B4C4364A7E89}">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Adjust alert behaviors</a:t>
          </a:r>
        </a:p>
      </dsp:txBody>
      <dsp:txXfrm>
        <a:off x="5671332" y="2684598"/>
        <a:ext cx="2370489" cy="720000"/>
      </dsp:txXfrm>
    </dsp:sp>
    <dsp:sp modelId="{9F4BCFC7-1BFF-404D-B577-BB7C81F60A8B}">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F31C07-9E8F-4971-ACC6-A9704C746320}">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912A72-4625-4FE6-A49C-6D41C7C4F975}">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Android only currently</a:t>
          </a:r>
        </a:p>
      </dsp:txBody>
      <dsp:txXfrm>
        <a:off x="8456657" y="2684598"/>
        <a:ext cx="2370489"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6A0D43-82B7-418A-9A57-A305E111AA6A}">
      <dsp:nvSpPr>
        <dsp:cNvPr id="0" name=""/>
        <dsp:cNvSpPr/>
      </dsp:nvSpPr>
      <dsp:spPr>
        <a:xfrm>
          <a:off x="0" y="1579"/>
          <a:ext cx="10515600" cy="800437"/>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32B87C04-2DF4-4690-BCE5-C4360CE8EB5A}">
      <dsp:nvSpPr>
        <dsp:cNvPr id="0" name=""/>
        <dsp:cNvSpPr/>
      </dsp:nvSpPr>
      <dsp:spPr>
        <a:xfrm>
          <a:off x="242132" y="181677"/>
          <a:ext cx="440240" cy="4402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3B88BB-8360-4EE0-BEE0-AC272A67C102}">
      <dsp:nvSpPr>
        <dsp:cNvPr id="0" name=""/>
        <dsp:cNvSpPr/>
      </dsp:nvSpPr>
      <dsp:spPr>
        <a:xfrm>
          <a:off x="924505" y="1579"/>
          <a:ext cx="9591094" cy="800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713" tIns="84713" rIns="84713" bIns="84713" numCol="1" spcCol="1270" anchor="ctr" anchorCtr="0">
          <a:noAutofit/>
        </a:bodyPr>
        <a:lstStyle/>
        <a:p>
          <a:pPr marL="0" lvl="0" indent="0" algn="l" defTabSz="977900">
            <a:lnSpc>
              <a:spcPct val="100000"/>
            </a:lnSpc>
            <a:spcBef>
              <a:spcPct val="0"/>
            </a:spcBef>
            <a:spcAft>
              <a:spcPct val="35000"/>
            </a:spcAft>
            <a:buNone/>
          </a:pPr>
          <a:r>
            <a:rPr lang="en-US" sz="2200" kern="1200" dirty="0"/>
            <a:t>Bluetooth &amp; Wi-Fi standards (IEEE 802.11 / 802.15)</a:t>
          </a:r>
        </a:p>
      </dsp:txBody>
      <dsp:txXfrm>
        <a:off x="924505" y="1579"/>
        <a:ext cx="9591094" cy="800437"/>
      </dsp:txXfrm>
    </dsp:sp>
    <dsp:sp modelId="{D71E5A35-C320-442A-888E-BC968386E2BD}">
      <dsp:nvSpPr>
        <dsp:cNvPr id="0" name=""/>
        <dsp:cNvSpPr/>
      </dsp:nvSpPr>
      <dsp:spPr>
        <a:xfrm>
          <a:off x="0" y="1002126"/>
          <a:ext cx="10515600" cy="800437"/>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42D5665F-F676-463A-A4DD-2EA2B3B14490}">
      <dsp:nvSpPr>
        <dsp:cNvPr id="0" name=""/>
        <dsp:cNvSpPr/>
      </dsp:nvSpPr>
      <dsp:spPr>
        <a:xfrm>
          <a:off x="242132" y="1182224"/>
          <a:ext cx="440240" cy="4402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B15A28-3B5F-457A-9F0F-4D42F749381F}">
      <dsp:nvSpPr>
        <dsp:cNvPr id="0" name=""/>
        <dsp:cNvSpPr/>
      </dsp:nvSpPr>
      <dsp:spPr>
        <a:xfrm>
          <a:off x="924505" y="1002126"/>
          <a:ext cx="9591094" cy="800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713" tIns="84713" rIns="84713" bIns="84713" numCol="1" spcCol="1270" anchor="ctr" anchorCtr="0">
          <a:noAutofit/>
        </a:bodyPr>
        <a:lstStyle/>
        <a:p>
          <a:pPr marL="0" lvl="0" indent="0" algn="l" defTabSz="977900">
            <a:lnSpc>
              <a:spcPct val="100000"/>
            </a:lnSpc>
            <a:spcBef>
              <a:spcPct val="0"/>
            </a:spcBef>
            <a:spcAft>
              <a:spcPct val="35000"/>
            </a:spcAft>
            <a:buNone/>
          </a:pPr>
          <a:r>
            <a:rPr lang="en-US" sz="2200" kern="1200"/>
            <a:t>ARM CMSIS for embedded development</a:t>
          </a:r>
        </a:p>
      </dsp:txBody>
      <dsp:txXfrm>
        <a:off x="924505" y="1002126"/>
        <a:ext cx="9591094" cy="800437"/>
      </dsp:txXfrm>
    </dsp:sp>
    <dsp:sp modelId="{319DB036-7E18-4B11-A8FE-0E5FBCB06835}">
      <dsp:nvSpPr>
        <dsp:cNvPr id="0" name=""/>
        <dsp:cNvSpPr/>
      </dsp:nvSpPr>
      <dsp:spPr>
        <a:xfrm>
          <a:off x="0" y="2002673"/>
          <a:ext cx="10515600" cy="800437"/>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B6B3995D-1CB6-45AD-952C-12F850710C53}">
      <dsp:nvSpPr>
        <dsp:cNvPr id="0" name=""/>
        <dsp:cNvSpPr/>
      </dsp:nvSpPr>
      <dsp:spPr>
        <a:xfrm>
          <a:off x="242132" y="2182771"/>
          <a:ext cx="440240" cy="4402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0432C0-D434-428E-B76A-891E33FFDCE7}">
      <dsp:nvSpPr>
        <dsp:cNvPr id="0" name=""/>
        <dsp:cNvSpPr/>
      </dsp:nvSpPr>
      <dsp:spPr>
        <a:xfrm>
          <a:off x="924505" y="2002673"/>
          <a:ext cx="9591094" cy="800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713" tIns="84713" rIns="84713" bIns="84713" numCol="1" spcCol="1270" anchor="ctr" anchorCtr="0">
          <a:noAutofit/>
        </a:bodyPr>
        <a:lstStyle/>
        <a:p>
          <a:pPr marL="0" lvl="0" indent="0" algn="l" defTabSz="977900">
            <a:lnSpc>
              <a:spcPct val="100000"/>
            </a:lnSpc>
            <a:spcBef>
              <a:spcPct val="0"/>
            </a:spcBef>
            <a:spcAft>
              <a:spcPct val="35000"/>
            </a:spcAft>
            <a:buNone/>
          </a:pPr>
          <a:r>
            <a:rPr lang="en-US" sz="2200" kern="1200"/>
            <a:t>Structured software and documentation</a:t>
          </a:r>
        </a:p>
      </dsp:txBody>
      <dsp:txXfrm>
        <a:off x="924505" y="2002673"/>
        <a:ext cx="9591094" cy="800437"/>
      </dsp:txXfrm>
    </dsp:sp>
    <dsp:sp modelId="{DD129CAA-69A5-4672-B718-096E87DCBD69}">
      <dsp:nvSpPr>
        <dsp:cNvPr id="0" name=""/>
        <dsp:cNvSpPr/>
      </dsp:nvSpPr>
      <dsp:spPr>
        <a:xfrm>
          <a:off x="0" y="3003220"/>
          <a:ext cx="10515600" cy="800437"/>
        </a:xfrm>
        <a:prstGeom prst="roundRect">
          <a:avLst>
            <a:gd name="adj" fmla="val 10000"/>
          </a:avLst>
        </a:prstGeom>
        <a:solidFill>
          <a:schemeClr val="accent1"/>
        </a:solidFill>
        <a:ln>
          <a:noFill/>
        </a:ln>
        <a:effectLst/>
      </dsp:spPr>
      <dsp:style>
        <a:lnRef idx="0">
          <a:scrgbClr r="0" g="0" b="0"/>
        </a:lnRef>
        <a:fillRef idx="1">
          <a:scrgbClr r="0" g="0" b="0"/>
        </a:fillRef>
        <a:effectRef idx="0">
          <a:scrgbClr r="0" g="0" b="0"/>
        </a:effectRef>
        <a:fontRef idx="minor"/>
      </dsp:style>
    </dsp:sp>
    <dsp:sp modelId="{891645F2-FF71-4AF2-A5DE-F05A704AF138}">
      <dsp:nvSpPr>
        <dsp:cNvPr id="0" name=""/>
        <dsp:cNvSpPr/>
      </dsp:nvSpPr>
      <dsp:spPr>
        <a:xfrm>
          <a:off x="242132" y="3183318"/>
          <a:ext cx="440240" cy="4402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AC30A-9E01-4852-AFCB-42EA570E08B0}">
      <dsp:nvSpPr>
        <dsp:cNvPr id="0" name=""/>
        <dsp:cNvSpPr/>
      </dsp:nvSpPr>
      <dsp:spPr>
        <a:xfrm>
          <a:off x="924505" y="3003220"/>
          <a:ext cx="9591094" cy="800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713" tIns="84713" rIns="84713" bIns="84713" numCol="1" spcCol="1270" anchor="ctr" anchorCtr="0">
          <a:noAutofit/>
        </a:bodyPr>
        <a:lstStyle/>
        <a:p>
          <a:pPr marL="0" lvl="0" indent="0" algn="l" defTabSz="977900">
            <a:lnSpc>
              <a:spcPct val="100000"/>
            </a:lnSpc>
            <a:spcBef>
              <a:spcPct val="0"/>
            </a:spcBef>
            <a:spcAft>
              <a:spcPct val="35000"/>
            </a:spcAft>
            <a:buNone/>
          </a:pPr>
          <a:r>
            <a:rPr lang="en-US" sz="2200" kern="1200"/>
            <a:t>Electrical safety &amp; EMC principles</a:t>
          </a:r>
        </a:p>
      </dsp:txBody>
      <dsp:txXfrm>
        <a:off x="924505" y="3003220"/>
        <a:ext cx="9591094" cy="8004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FE2BC6-9B44-498B-945D-4876CDD97D55}">
      <dsp:nvSpPr>
        <dsp:cNvPr id="0" name=""/>
        <dsp:cNvSpPr/>
      </dsp:nvSpPr>
      <dsp:spPr>
        <a:xfrm>
          <a:off x="212335" y="470390"/>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01E991-2B52-49EC-8B7E-5AF917D93823}">
      <dsp:nvSpPr>
        <dsp:cNvPr id="0" name=""/>
        <dsp:cNvSpPr/>
      </dsp:nvSpPr>
      <dsp:spPr>
        <a:xfrm>
          <a:off x="492877" y="750932"/>
          <a:ext cx="774830" cy="77483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44A0E-4EE4-4075-A988-CD83185EF378}">
      <dsp:nvSpPr>
        <dsp:cNvPr id="0" name=""/>
        <dsp:cNvSpPr/>
      </dsp:nvSpPr>
      <dsp:spPr>
        <a:xfrm>
          <a:off x="1834517"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Addresses a real, daily problem</a:t>
          </a:r>
        </a:p>
      </dsp:txBody>
      <dsp:txXfrm>
        <a:off x="1834517" y="470390"/>
        <a:ext cx="3148942" cy="1335915"/>
      </dsp:txXfrm>
    </dsp:sp>
    <dsp:sp modelId="{A5EB29A6-C0A5-4B17-A025-3C8260597497}">
      <dsp:nvSpPr>
        <dsp:cNvPr id="0" name=""/>
        <dsp:cNvSpPr/>
      </dsp:nvSpPr>
      <dsp:spPr>
        <a:xfrm>
          <a:off x="5532139" y="470390"/>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D8A2AD-395F-4E6E-A9E0-E99400975EFE}">
      <dsp:nvSpPr>
        <dsp:cNvPr id="0" name=""/>
        <dsp:cNvSpPr/>
      </dsp:nvSpPr>
      <dsp:spPr>
        <a:xfrm>
          <a:off x="5812681" y="7509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6A4F3A-BFE8-45BC-A3AF-A90FCEBADE0B}">
      <dsp:nvSpPr>
        <dsp:cNvPr id="0" name=""/>
        <dsp:cNvSpPr/>
      </dsp:nvSpPr>
      <dsp:spPr>
        <a:xfrm>
          <a:off x="7154322"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User-friendly and non-intrusive</a:t>
          </a:r>
        </a:p>
      </dsp:txBody>
      <dsp:txXfrm>
        <a:off x="7154322" y="470390"/>
        <a:ext cx="3148942" cy="1335915"/>
      </dsp:txXfrm>
    </dsp:sp>
    <dsp:sp modelId="{5D6FDD5B-BFB0-4F7E-8038-8B003EC74DAF}">
      <dsp:nvSpPr>
        <dsp:cNvPr id="0" name=""/>
        <dsp:cNvSpPr/>
      </dsp:nvSpPr>
      <dsp:spPr>
        <a:xfrm>
          <a:off x="212335" y="2546238"/>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DBE59D-73A3-4D00-8FC5-E5146C097A57}">
      <dsp:nvSpPr>
        <dsp:cNvPr id="0" name=""/>
        <dsp:cNvSpPr/>
      </dsp:nvSpPr>
      <dsp:spPr>
        <a:xfrm>
          <a:off x="492877" y="2826780"/>
          <a:ext cx="774830" cy="77483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E2178D-C0A9-4ED8-B2F3-9F0697D9D7D8}">
      <dsp:nvSpPr>
        <dsp:cNvPr id="0" name=""/>
        <dsp:cNvSpPr/>
      </dsp:nvSpPr>
      <dsp:spPr>
        <a:xfrm>
          <a:off x="1834517"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Encourages healthier posture habits</a:t>
          </a:r>
        </a:p>
      </dsp:txBody>
      <dsp:txXfrm>
        <a:off x="1834517" y="2546238"/>
        <a:ext cx="3148942" cy="1335915"/>
      </dsp:txXfrm>
    </dsp:sp>
    <dsp:sp modelId="{44A2BCF2-90DF-48B8-91E2-8D390D8D28CF}">
      <dsp:nvSpPr>
        <dsp:cNvPr id="0" name=""/>
        <dsp:cNvSpPr/>
      </dsp:nvSpPr>
      <dsp:spPr>
        <a:xfrm>
          <a:off x="5532139" y="2546238"/>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96A36F-8535-4012-8733-69C1CAC474EF}">
      <dsp:nvSpPr>
        <dsp:cNvPr id="0" name=""/>
        <dsp:cNvSpPr/>
      </dsp:nvSpPr>
      <dsp:spPr>
        <a:xfrm>
          <a:off x="5812681" y="2826780"/>
          <a:ext cx="774830" cy="77483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DFA664-8F7B-4A41-9102-D54F3C8F3BD9}">
      <dsp:nvSpPr>
        <dsp:cNvPr id="0" name=""/>
        <dsp:cNvSpPr/>
      </dsp:nvSpPr>
      <dsp:spPr>
        <a:xfrm>
          <a:off x="7154322"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Designed for the modern office job</a:t>
          </a:r>
        </a:p>
      </dsp:txBody>
      <dsp:txXfrm>
        <a:off x="7154322" y="2546238"/>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F35EF9-A841-4868-A6F9-67EFCCE28360}"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4D929-B50F-406C-BF06-82824B052EF1}" type="slidenum">
              <a:rPr lang="en-US" smtClean="0"/>
              <a:t>‹#›</a:t>
            </a:fld>
            <a:endParaRPr lang="en-US"/>
          </a:p>
        </p:txBody>
      </p:sp>
    </p:spTree>
    <p:extLst>
      <p:ext uri="{BB962C8B-B14F-4D97-AF65-F5344CB8AC3E}">
        <p14:creationId xmlns:p14="http://schemas.microsoft.com/office/powerpoint/2010/main" val="242743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r>
              <a:rPr lang="en-US" baseline="30000" dirty="0"/>
              <a:t>st</a:t>
            </a:r>
            <a:r>
              <a:rPr lang="en-US" dirty="0"/>
              <a:t> slide; introduction of the team</a:t>
            </a:r>
          </a:p>
        </p:txBody>
      </p:sp>
      <p:sp>
        <p:nvSpPr>
          <p:cNvPr id="4" name="Slide Number Placeholder 3"/>
          <p:cNvSpPr>
            <a:spLocks noGrp="1"/>
          </p:cNvSpPr>
          <p:nvPr>
            <p:ph type="sldNum" sz="quarter" idx="5"/>
          </p:nvPr>
        </p:nvSpPr>
        <p:spPr/>
        <p:txBody>
          <a:bodyPr/>
          <a:lstStyle/>
          <a:p>
            <a:fld id="{0D34D929-B50F-406C-BF06-82824B052EF1}" type="slidenum">
              <a:rPr lang="en-US" smtClean="0"/>
              <a:t>1</a:t>
            </a:fld>
            <a:endParaRPr lang="en-US"/>
          </a:p>
        </p:txBody>
      </p:sp>
    </p:spTree>
    <p:extLst>
      <p:ext uri="{BB962C8B-B14F-4D97-AF65-F5344CB8AC3E}">
        <p14:creationId xmlns:p14="http://schemas.microsoft.com/office/powerpoint/2010/main" val="629145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members, nothing fancy here</a:t>
            </a:r>
          </a:p>
        </p:txBody>
      </p:sp>
      <p:sp>
        <p:nvSpPr>
          <p:cNvPr id="4" name="Slide Number Placeholder 3"/>
          <p:cNvSpPr>
            <a:spLocks noGrp="1"/>
          </p:cNvSpPr>
          <p:nvPr>
            <p:ph type="sldNum" sz="quarter" idx="5"/>
          </p:nvPr>
        </p:nvSpPr>
        <p:spPr/>
        <p:txBody>
          <a:bodyPr/>
          <a:lstStyle/>
          <a:p>
            <a:fld id="{0D34D929-B50F-406C-BF06-82824B052EF1}" type="slidenum">
              <a:rPr lang="en-US" smtClean="0"/>
              <a:t>2</a:t>
            </a:fld>
            <a:endParaRPr lang="en-US"/>
          </a:p>
        </p:txBody>
      </p:sp>
    </p:spTree>
    <p:extLst>
      <p:ext uri="{BB962C8B-B14F-4D97-AF65-F5344CB8AC3E}">
        <p14:creationId xmlns:p14="http://schemas.microsoft.com/office/powerpoint/2010/main" val="2084494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about the problem briefly, a small joke to light up the mood.</a:t>
            </a:r>
            <a:br>
              <a:rPr lang="en-US" dirty="0"/>
            </a:br>
            <a:r>
              <a:rPr lang="en-US" dirty="0"/>
              <a:t>Always make it light, engaging, and not too forced.</a:t>
            </a:r>
            <a:br>
              <a:rPr lang="en-US" dirty="0"/>
            </a:br>
            <a:r>
              <a:rPr lang="en-US" dirty="0"/>
              <a:t>Ex: “a lot of us nowadays suffer from low back pain, but why is that?” and then go the 2</a:t>
            </a:r>
            <a:r>
              <a:rPr lang="en-US" baseline="30000" dirty="0"/>
              <a:t>nd</a:t>
            </a:r>
            <a:r>
              <a:rPr lang="en-US" dirty="0"/>
              <a:t> slide, show this statistic and its link to office jobs and posture, reveal the punchline without talking about it giving the audience a sense of control when the speaker leaves it to the audience to read.</a:t>
            </a:r>
          </a:p>
        </p:txBody>
      </p:sp>
      <p:sp>
        <p:nvSpPr>
          <p:cNvPr id="4" name="Slide Number Placeholder 3"/>
          <p:cNvSpPr>
            <a:spLocks noGrp="1"/>
          </p:cNvSpPr>
          <p:nvPr>
            <p:ph type="sldNum" sz="quarter" idx="5"/>
          </p:nvPr>
        </p:nvSpPr>
        <p:spPr/>
        <p:txBody>
          <a:bodyPr/>
          <a:lstStyle/>
          <a:p>
            <a:fld id="{0D34D929-B50F-406C-BF06-82824B052EF1}" type="slidenum">
              <a:rPr lang="en-US" smtClean="0"/>
              <a:t>3</a:t>
            </a:fld>
            <a:endParaRPr lang="en-US"/>
          </a:p>
        </p:txBody>
      </p:sp>
    </p:spTree>
    <p:extLst>
      <p:ext uri="{BB962C8B-B14F-4D97-AF65-F5344CB8AC3E}">
        <p14:creationId xmlns:p14="http://schemas.microsoft.com/office/powerpoint/2010/main" val="1083562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more on each bullet point, discuss how the market comes short when it comes to products like this, talk about the goal of the prototype, not too deep keep it light</a:t>
            </a:r>
          </a:p>
        </p:txBody>
      </p:sp>
      <p:sp>
        <p:nvSpPr>
          <p:cNvPr id="4" name="Slide Number Placeholder 3"/>
          <p:cNvSpPr>
            <a:spLocks noGrp="1"/>
          </p:cNvSpPr>
          <p:nvPr>
            <p:ph type="sldNum" sz="quarter" idx="5"/>
          </p:nvPr>
        </p:nvSpPr>
        <p:spPr/>
        <p:txBody>
          <a:bodyPr/>
          <a:lstStyle/>
          <a:p>
            <a:fld id="{0D34D929-B50F-406C-BF06-82824B052EF1}" type="slidenum">
              <a:rPr lang="en-US" smtClean="0"/>
              <a:t>4</a:t>
            </a:fld>
            <a:endParaRPr lang="en-US"/>
          </a:p>
        </p:txBody>
      </p:sp>
    </p:spTree>
    <p:extLst>
      <p:ext uri="{BB962C8B-B14F-4D97-AF65-F5344CB8AC3E}">
        <p14:creationId xmlns:p14="http://schemas.microsoft.com/office/powerpoint/2010/main" val="2680104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the process, sensors collect data, device analyzes the sent data, user gets an alert in case of deviation, all shows on the app showing habits and information about the day of your sitting. Also speak more about the alert thing, </a:t>
            </a:r>
            <a:r>
              <a:rPr lang="en-US" dirty="0" err="1"/>
              <a:t>cuz</a:t>
            </a:r>
            <a:r>
              <a:rPr lang="en-US" dirty="0"/>
              <a:t> we have a buzzer/vibration feedback to make sure that the idea isn’t too vague.</a:t>
            </a:r>
          </a:p>
        </p:txBody>
      </p:sp>
      <p:sp>
        <p:nvSpPr>
          <p:cNvPr id="4" name="Slide Number Placeholder 3"/>
          <p:cNvSpPr>
            <a:spLocks noGrp="1"/>
          </p:cNvSpPr>
          <p:nvPr>
            <p:ph type="sldNum" sz="quarter" idx="5"/>
          </p:nvPr>
        </p:nvSpPr>
        <p:spPr/>
        <p:txBody>
          <a:bodyPr/>
          <a:lstStyle/>
          <a:p>
            <a:fld id="{0D34D929-B50F-406C-BF06-82824B052EF1}" type="slidenum">
              <a:rPr lang="en-US" smtClean="0"/>
              <a:t>5</a:t>
            </a:fld>
            <a:endParaRPr lang="en-US"/>
          </a:p>
        </p:txBody>
      </p:sp>
    </p:spTree>
    <p:extLst>
      <p:ext uri="{BB962C8B-B14F-4D97-AF65-F5344CB8AC3E}">
        <p14:creationId xmlns:p14="http://schemas.microsoft.com/office/powerpoint/2010/main" val="2189242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Samir slide, I just explain the main logic path for all the major components, nothing too hard. Make sure to make it as clear as possible without going into extremely detailed stuff</a:t>
            </a:r>
          </a:p>
        </p:txBody>
      </p:sp>
      <p:sp>
        <p:nvSpPr>
          <p:cNvPr id="4" name="Slide Number Placeholder 3"/>
          <p:cNvSpPr>
            <a:spLocks noGrp="1"/>
          </p:cNvSpPr>
          <p:nvPr>
            <p:ph type="sldNum" sz="quarter" idx="5"/>
          </p:nvPr>
        </p:nvSpPr>
        <p:spPr/>
        <p:txBody>
          <a:bodyPr/>
          <a:lstStyle/>
          <a:p>
            <a:fld id="{0D34D929-B50F-406C-BF06-82824B052EF1}" type="slidenum">
              <a:rPr lang="en-US" smtClean="0"/>
              <a:t>6</a:t>
            </a:fld>
            <a:endParaRPr lang="en-US"/>
          </a:p>
        </p:txBody>
      </p:sp>
    </p:spTree>
    <p:extLst>
      <p:ext uri="{BB962C8B-B14F-4D97-AF65-F5344CB8AC3E}">
        <p14:creationId xmlns:p14="http://schemas.microsoft.com/office/powerpoint/2010/main" val="3454115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Jaba slide, talk about the circuit, how many volts we need, how many pins, why we use esp32, and most importantly voltage divider that allows the signal to move from the sensors to the stm32. explain the concept in a clear way to make the audience feel like they are also learning, getting something useful for their time besides only the project itself</a:t>
            </a:r>
          </a:p>
        </p:txBody>
      </p:sp>
      <p:sp>
        <p:nvSpPr>
          <p:cNvPr id="4" name="Slide Number Placeholder 3"/>
          <p:cNvSpPr>
            <a:spLocks noGrp="1"/>
          </p:cNvSpPr>
          <p:nvPr>
            <p:ph type="sldNum" sz="quarter" idx="5"/>
          </p:nvPr>
        </p:nvSpPr>
        <p:spPr/>
        <p:txBody>
          <a:bodyPr/>
          <a:lstStyle/>
          <a:p>
            <a:fld id="{0D34D929-B50F-406C-BF06-82824B052EF1}" type="slidenum">
              <a:rPr lang="en-US" smtClean="0"/>
              <a:t>7</a:t>
            </a:fld>
            <a:endParaRPr lang="en-US"/>
          </a:p>
        </p:txBody>
      </p:sp>
    </p:spTree>
    <p:extLst>
      <p:ext uri="{BB962C8B-B14F-4D97-AF65-F5344CB8AC3E}">
        <p14:creationId xmlns:p14="http://schemas.microsoft.com/office/powerpoint/2010/main" val="3813168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34D929-B50F-406C-BF06-82824B052EF1}" type="slidenum">
              <a:rPr lang="en-US" smtClean="0"/>
              <a:t>8</a:t>
            </a:fld>
            <a:endParaRPr lang="en-US"/>
          </a:p>
        </p:txBody>
      </p:sp>
    </p:spTree>
    <p:extLst>
      <p:ext uri="{BB962C8B-B14F-4D97-AF65-F5344CB8AC3E}">
        <p14:creationId xmlns:p14="http://schemas.microsoft.com/office/powerpoint/2010/main" val="91058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34D929-B50F-406C-BF06-82824B052EF1}" type="slidenum">
              <a:rPr lang="en-US" smtClean="0"/>
              <a:t>9</a:t>
            </a:fld>
            <a:endParaRPr lang="en-US"/>
          </a:p>
        </p:txBody>
      </p:sp>
    </p:spTree>
    <p:extLst>
      <p:ext uri="{BB962C8B-B14F-4D97-AF65-F5344CB8AC3E}">
        <p14:creationId xmlns:p14="http://schemas.microsoft.com/office/powerpoint/2010/main" val="3044870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Gigi, talk about the calibration process, how the user adjusts their style of sitting in a way that the device is a perfect fit for all users and sitting methods. small illustration showing me or </a:t>
            </a:r>
            <a:r>
              <a:rPr lang="en-US" dirty="0" err="1"/>
              <a:t>jaba</a:t>
            </a:r>
            <a:r>
              <a:rPr lang="en-US" dirty="0"/>
              <a:t> sit on a chair in different styles and make believe calibrate button that shows the device’s way of knowing the posture, when it will give feedback, when it will not, and so on</a:t>
            </a:r>
          </a:p>
        </p:txBody>
      </p:sp>
      <p:sp>
        <p:nvSpPr>
          <p:cNvPr id="4" name="Slide Number Placeholder 3"/>
          <p:cNvSpPr>
            <a:spLocks noGrp="1"/>
          </p:cNvSpPr>
          <p:nvPr>
            <p:ph type="sldNum" sz="quarter" idx="5"/>
          </p:nvPr>
        </p:nvSpPr>
        <p:spPr/>
        <p:txBody>
          <a:bodyPr/>
          <a:lstStyle/>
          <a:p>
            <a:fld id="{0D34D929-B50F-406C-BF06-82824B052EF1}" type="slidenum">
              <a:rPr lang="en-US" smtClean="0"/>
              <a:t>11</a:t>
            </a:fld>
            <a:endParaRPr lang="en-US"/>
          </a:p>
        </p:txBody>
      </p:sp>
    </p:spTree>
    <p:extLst>
      <p:ext uri="{BB962C8B-B14F-4D97-AF65-F5344CB8AC3E}">
        <p14:creationId xmlns:p14="http://schemas.microsoft.com/office/powerpoint/2010/main" val="929837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thing here, just more details into the app, how it will be accessible, available on what platform,</a:t>
            </a:r>
          </a:p>
        </p:txBody>
      </p:sp>
      <p:sp>
        <p:nvSpPr>
          <p:cNvPr id="4" name="Slide Number Placeholder 3"/>
          <p:cNvSpPr>
            <a:spLocks noGrp="1"/>
          </p:cNvSpPr>
          <p:nvPr>
            <p:ph type="sldNum" sz="quarter" idx="5"/>
          </p:nvPr>
        </p:nvSpPr>
        <p:spPr/>
        <p:txBody>
          <a:bodyPr/>
          <a:lstStyle/>
          <a:p>
            <a:fld id="{0D34D929-B50F-406C-BF06-82824B052EF1}" type="slidenum">
              <a:rPr lang="en-US" smtClean="0"/>
              <a:t>12</a:t>
            </a:fld>
            <a:endParaRPr lang="en-US"/>
          </a:p>
        </p:txBody>
      </p:sp>
    </p:spTree>
    <p:extLst>
      <p:ext uri="{BB962C8B-B14F-4D97-AF65-F5344CB8AC3E}">
        <p14:creationId xmlns:p14="http://schemas.microsoft.com/office/powerpoint/2010/main" val="3530462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of the 3d model, explain the enclosure, what material we will potentially use, why we use it, also talk about the removable 3d printed pillow that prevents sensors from getting damaged, also the straps holding the enclosure</a:t>
            </a:r>
          </a:p>
        </p:txBody>
      </p:sp>
      <p:sp>
        <p:nvSpPr>
          <p:cNvPr id="4" name="Slide Number Placeholder 3"/>
          <p:cNvSpPr>
            <a:spLocks noGrp="1"/>
          </p:cNvSpPr>
          <p:nvPr>
            <p:ph type="sldNum" sz="quarter" idx="5"/>
          </p:nvPr>
        </p:nvSpPr>
        <p:spPr/>
        <p:txBody>
          <a:bodyPr/>
          <a:lstStyle/>
          <a:p>
            <a:fld id="{0D34D929-B50F-406C-BF06-82824B052EF1}" type="slidenum">
              <a:rPr lang="en-US" smtClean="0"/>
              <a:t>13</a:t>
            </a:fld>
            <a:endParaRPr lang="en-US"/>
          </a:p>
        </p:txBody>
      </p:sp>
    </p:spTree>
    <p:extLst>
      <p:ext uri="{BB962C8B-B14F-4D97-AF65-F5344CB8AC3E}">
        <p14:creationId xmlns:p14="http://schemas.microsoft.com/office/powerpoint/2010/main" val="3756788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pretty straightforward, just refer to slide 2 for the statistic and it’s done</a:t>
            </a:r>
          </a:p>
        </p:txBody>
      </p:sp>
      <p:sp>
        <p:nvSpPr>
          <p:cNvPr id="4" name="Slide Number Placeholder 3"/>
          <p:cNvSpPr>
            <a:spLocks noGrp="1"/>
          </p:cNvSpPr>
          <p:nvPr>
            <p:ph type="sldNum" sz="quarter" idx="5"/>
          </p:nvPr>
        </p:nvSpPr>
        <p:spPr/>
        <p:txBody>
          <a:bodyPr/>
          <a:lstStyle/>
          <a:p>
            <a:fld id="{0D34D929-B50F-406C-BF06-82824B052EF1}" type="slidenum">
              <a:rPr lang="en-US" smtClean="0"/>
              <a:t>15</a:t>
            </a:fld>
            <a:endParaRPr lang="en-US"/>
          </a:p>
        </p:txBody>
      </p:sp>
    </p:spTree>
    <p:extLst>
      <p:ext uri="{BB962C8B-B14F-4D97-AF65-F5344CB8AC3E}">
        <p14:creationId xmlns:p14="http://schemas.microsoft.com/office/powerpoint/2010/main" val="1410614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nothing too fancy here either</a:t>
            </a:r>
          </a:p>
        </p:txBody>
      </p:sp>
      <p:sp>
        <p:nvSpPr>
          <p:cNvPr id="4" name="Slide Number Placeholder 3"/>
          <p:cNvSpPr>
            <a:spLocks noGrp="1"/>
          </p:cNvSpPr>
          <p:nvPr>
            <p:ph type="sldNum" sz="quarter" idx="5"/>
          </p:nvPr>
        </p:nvSpPr>
        <p:spPr/>
        <p:txBody>
          <a:bodyPr/>
          <a:lstStyle/>
          <a:p>
            <a:fld id="{0D34D929-B50F-406C-BF06-82824B052EF1}" type="slidenum">
              <a:rPr lang="en-US" smtClean="0"/>
              <a:t>16</a:t>
            </a:fld>
            <a:endParaRPr lang="en-US"/>
          </a:p>
        </p:txBody>
      </p:sp>
    </p:spTree>
    <p:extLst>
      <p:ext uri="{BB962C8B-B14F-4D97-AF65-F5344CB8AC3E}">
        <p14:creationId xmlns:p14="http://schemas.microsoft.com/office/powerpoint/2010/main" val="409068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987930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709805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315C0F-C8E8-4B57-AB34-5811A7F84ABF}"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1138211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315C0F-C8E8-4B57-AB34-5811A7F84ABF}"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2613300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315C0F-C8E8-4B57-AB34-5811A7F84ABF}"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3343407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315C0F-C8E8-4B57-AB34-5811A7F84ABF}"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423724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315C0F-C8E8-4B57-AB34-5811A7F84ABF}"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467051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15C0F-C8E8-4B57-AB34-5811A7F84ABF}"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409375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15C0F-C8E8-4B57-AB34-5811A7F84ABF}"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1480086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206417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391651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D8315C0F-C8E8-4B57-AB34-5811A7F84ABF}"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F29A04B4-06B8-43D1-BE6A-039B684F8C85}" type="slidenum">
              <a:rPr lang="en-US" smtClean="0"/>
              <a:t>‹#›</a:t>
            </a:fld>
            <a:endParaRPr lang="en-US"/>
          </a:p>
        </p:txBody>
      </p:sp>
    </p:spTree>
    <p:extLst>
      <p:ext uri="{BB962C8B-B14F-4D97-AF65-F5344CB8AC3E}">
        <p14:creationId xmlns:p14="http://schemas.microsoft.com/office/powerpoint/2010/main" val="412492610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sv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Freeform: Shape 1048">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A066EB7-D699-3D50-D5CE-BF27AB6BA9B8}"/>
              </a:ext>
            </a:extLst>
          </p:cNvPr>
          <p:cNvSpPr>
            <a:spLocks noGrp="1"/>
          </p:cNvSpPr>
          <p:nvPr>
            <p:ph type="ctrTitle"/>
          </p:nvPr>
        </p:nvSpPr>
        <p:spPr>
          <a:xfrm>
            <a:off x="643468" y="643467"/>
            <a:ext cx="4620584" cy="4567137"/>
          </a:xfrm>
        </p:spPr>
        <p:txBody>
          <a:bodyPr>
            <a:normAutofit/>
          </a:bodyPr>
          <a:lstStyle/>
          <a:p>
            <a:pPr algn="l"/>
            <a:r>
              <a:rPr lang="en-US" sz="9600" dirty="0">
                <a:latin typeface="Selawik Semibold" panose="020B0702040204020203" pitchFamily="34" charset="0"/>
              </a:rPr>
              <a:t>PPAMS</a:t>
            </a:r>
          </a:p>
        </p:txBody>
      </p:sp>
      <p:sp>
        <p:nvSpPr>
          <p:cNvPr id="3" name="Subtitle 2">
            <a:extLst>
              <a:ext uri="{FF2B5EF4-FFF2-40B4-BE49-F238E27FC236}">
                <a16:creationId xmlns:a16="http://schemas.microsoft.com/office/drawing/2014/main" id="{178CF0AD-541C-9472-D920-4F18D23703F9}"/>
              </a:ext>
            </a:extLst>
          </p:cNvPr>
          <p:cNvSpPr>
            <a:spLocks noGrp="1"/>
          </p:cNvSpPr>
          <p:nvPr>
            <p:ph type="subTitle" idx="1"/>
          </p:nvPr>
        </p:nvSpPr>
        <p:spPr>
          <a:xfrm>
            <a:off x="744051" y="5258808"/>
            <a:ext cx="4620584" cy="775494"/>
          </a:xfrm>
        </p:spPr>
        <p:txBody>
          <a:bodyPr>
            <a:normAutofit/>
          </a:bodyPr>
          <a:lstStyle/>
          <a:p>
            <a:pPr algn="l"/>
            <a:r>
              <a:rPr lang="en-US" sz="2000" dirty="0">
                <a:latin typeface="Selawik" panose="020B0502040204020203" pitchFamily="34" charset="0"/>
              </a:rPr>
              <a:t>Ilia State University</a:t>
            </a:r>
          </a:p>
          <a:p>
            <a:pPr algn="l"/>
            <a:r>
              <a:rPr lang="en-US" sz="2000" dirty="0">
                <a:latin typeface="Selawik" panose="020B0502040204020203" pitchFamily="34" charset="0"/>
              </a:rPr>
              <a:t>CE490A: Senior Design Project A</a:t>
            </a:r>
          </a:p>
        </p:txBody>
      </p:sp>
      <p:pic>
        <p:nvPicPr>
          <p:cNvPr id="1028" name="Picture 4">
            <a:extLst>
              <a:ext uri="{FF2B5EF4-FFF2-40B4-BE49-F238E27FC236}">
                <a16:creationId xmlns:a16="http://schemas.microsoft.com/office/drawing/2014/main" id="{2F2C33E8-483C-B7AA-FF9F-B544FB72EE5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42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17881D-8670-03CB-49FB-50EEB1B483A5}"/>
              </a:ext>
            </a:extLst>
          </p:cNvPr>
          <p:cNvSpPr>
            <a:spLocks noGrp="1"/>
          </p:cNvSpPr>
          <p:nvPr>
            <p:ph type="ctrTitle"/>
          </p:nvPr>
        </p:nvSpPr>
        <p:spPr>
          <a:xfrm>
            <a:off x="599609" y="679731"/>
            <a:ext cx="4171994" cy="3736540"/>
          </a:xfrm>
        </p:spPr>
        <p:txBody>
          <a:bodyPr>
            <a:normAutofit/>
          </a:bodyPr>
          <a:lstStyle/>
          <a:p>
            <a:pPr algn="l"/>
            <a:r>
              <a:rPr lang="en-US"/>
              <a:t>Team Members:</a:t>
            </a:r>
          </a:p>
        </p:txBody>
      </p:sp>
      <p:sp>
        <p:nvSpPr>
          <p:cNvPr id="3" name="Subtitle 2">
            <a:extLst>
              <a:ext uri="{FF2B5EF4-FFF2-40B4-BE49-F238E27FC236}">
                <a16:creationId xmlns:a16="http://schemas.microsoft.com/office/drawing/2014/main" id="{3B098A77-CE4A-323A-3E10-BED4DA33898B}"/>
              </a:ext>
            </a:extLst>
          </p:cNvPr>
          <p:cNvSpPr>
            <a:spLocks noGrp="1"/>
          </p:cNvSpPr>
          <p:nvPr>
            <p:ph type="subTitle" idx="1"/>
          </p:nvPr>
        </p:nvSpPr>
        <p:spPr>
          <a:xfrm>
            <a:off x="599609" y="4685288"/>
            <a:ext cx="4171994" cy="1035781"/>
          </a:xfrm>
        </p:spPr>
        <p:txBody>
          <a:bodyPr>
            <a:noAutofit/>
          </a:bodyPr>
          <a:lstStyle/>
          <a:p>
            <a:pPr algn="l"/>
            <a:r>
              <a:rPr lang="en-US" sz="1800" dirty="0" err="1"/>
              <a:t>Jambuli</a:t>
            </a:r>
            <a:r>
              <a:rPr lang="en-US" sz="1800" dirty="0"/>
              <a:t> Chkhikvadze</a:t>
            </a:r>
          </a:p>
          <a:p>
            <a:pPr algn="l"/>
            <a:r>
              <a:rPr lang="en-US" sz="1800" dirty="0"/>
              <a:t>Samir Mansour</a:t>
            </a:r>
          </a:p>
          <a:p>
            <a:pPr algn="l"/>
            <a:r>
              <a:rPr lang="en-US" sz="1800" dirty="0"/>
              <a:t>Giorgi </a:t>
            </a:r>
            <a:r>
              <a:rPr lang="en-US" sz="1800" dirty="0" err="1"/>
              <a:t>Erkomaishvili</a:t>
            </a:r>
            <a:endParaRPr lang="en-US" sz="1800" dirty="0"/>
          </a:p>
        </p:txBody>
      </p:sp>
      <p:grpSp>
        <p:nvGrpSpPr>
          <p:cNvPr id="27" name="Group 2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28" name="Straight Connector 2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Users">
            <a:extLst>
              <a:ext uri="{FF2B5EF4-FFF2-40B4-BE49-F238E27FC236}">
                <a16:creationId xmlns:a16="http://schemas.microsoft.com/office/drawing/2014/main" id="{7FEC932D-1CEE-061C-9E97-F8BE77F11F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40572" y="569297"/>
            <a:ext cx="5608830" cy="5608830"/>
          </a:xfrm>
          <a:prstGeom prst="rect">
            <a:avLst/>
          </a:prstGeom>
        </p:spPr>
      </p:pic>
      <p:pic>
        <p:nvPicPr>
          <p:cNvPr id="4" name="Picture 4">
            <a:extLst>
              <a:ext uri="{FF2B5EF4-FFF2-40B4-BE49-F238E27FC236}">
                <a16:creationId xmlns:a16="http://schemas.microsoft.com/office/drawing/2014/main" id="{41EB650E-2F3B-FB7D-5027-75379431893B}"/>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36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E876-E116-F1CF-0806-6427CB26A128}"/>
              </a:ext>
            </a:extLst>
          </p:cNvPr>
          <p:cNvSpPr>
            <a:spLocks noGrp="1"/>
          </p:cNvSpPr>
          <p:nvPr>
            <p:ph type="title"/>
          </p:nvPr>
        </p:nvSpPr>
        <p:spPr>
          <a:xfrm>
            <a:off x="831850" y="2002631"/>
            <a:ext cx="4691495" cy="2852737"/>
          </a:xfrm>
        </p:spPr>
        <p:txBody>
          <a:bodyPr>
            <a:normAutofit/>
          </a:bodyPr>
          <a:lstStyle/>
          <a:p>
            <a:r>
              <a:rPr lang="en-US" sz="4400" b="1" dirty="0">
                <a:latin typeface="Selawik" panose="020B0502040204020203" pitchFamily="34" charset="0"/>
              </a:rPr>
              <a:t>70-90%</a:t>
            </a:r>
            <a:r>
              <a:rPr lang="en-US" sz="4400" dirty="0">
                <a:latin typeface="Selawik" panose="020B0502040204020203" pitchFamily="34" charset="0"/>
              </a:rPr>
              <a:t> of people working office jobs experience low back pain!</a:t>
            </a:r>
          </a:p>
        </p:txBody>
      </p:sp>
      <p:pic>
        <p:nvPicPr>
          <p:cNvPr id="1026" name="Picture 2">
            <a:extLst>
              <a:ext uri="{FF2B5EF4-FFF2-40B4-BE49-F238E27FC236}">
                <a16:creationId xmlns:a16="http://schemas.microsoft.com/office/drawing/2014/main" id="{F7DF7F15-7B64-90A3-6290-DF9D2CFD7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1730" y="669789"/>
            <a:ext cx="5518420" cy="55184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red text on a black background&#10;&#10;AI-generated content may be incorrect.">
            <a:extLst>
              <a:ext uri="{FF2B5EF4-FFF2-40B4-BE49-F238E27FC236}">
                <a16:creationId xmlns:a16="http://schemas.microsoft.com/office/drawing/2014/main" id="{64A844D2-8E62-3134-B875-0E44DC420A7A}"/>
              </a:ext>
            </a:extLst>
          </p:cNvPr>
          <p:cNvPicPr>
            <a:picLocks noChangeAspect="1"/>
          </p:cNvPicPr>
          <p:nvPr/>
        </p:nvPicPr>
        <p:blipFill>
          <a:blip r:embed="rId4">
            <a:extLst>
              <a:ext uri="{28A0092B-C50C-407E-A947-70E740481C1C}">
                <a14:useLocalDpi xmlns:a14="http://schemas.microsoft.com/office/drawing/2010/main" val="0"/>
              </a:ext>
            </a:extLst>
          </a:blip>
          <a:srcRect l="7441" t="37434" r="7451" b="37287"/>
          <a:stretch>
            <a:fillRect/>
          </a:stretch>
        </p:blipFill>
        <p:spPr>
          <a:xfrm rot="21372922">
            <a:off x="8735045" y="5517002"/>
            <a:ext cx="2546402" cy="504342"/>
          </a:xfrm>
          <a:prstGeom prst="rect">
            <a:avLst/>
          </a:prstGeom>
        </p:spPr>
      </p:pic>
      <p:pic>
        <p:nvPicPr>
          <p:cNvPr id="3" name="Picture 4">
            <a:extLst>
              <a:ext uri="{FF2B5EF4-FFF2-40B4-BE49-F238E27FC236}">
                <a16:creationId xmlns:a16="http://schemas.microsoft.com/office/drawing/2014/main" id="{C1FBD345-7B25-555F-6CCF-97940466FC2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87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910F8E-5E96-5D10-1FFE-4707206ABB7A}"/>
              </a:ext>
            </a:extLst>
          </p:cNvPr>
          <p:cNvSpPr>
            <a:spLocks noGrp="1"/>
          </p:cNvSpPr>
          <p:nvPr>
            <p:ph type="title"/>
          </p:nvPr>
        </p:nvSpPr>
        <p:spPr>
          <a:xfrm>
            <a:off x="6657715" y="467271"/>
            <a:ext cx="4195674" cy="2052522"/>
          </a:xfrm>
        </p:spPr>
        <p:txBody>
          <a:bodyPr anchor="b">
            <a:normAutofit/>
          </a:bodyPr>
          <a:lstStyle/>
          <a:p>
            <a:r>
              <a:rPr lang="en-US" sz="5600" dirty="0">
                <a:solidFill>
                  <a:schemeClr val="bg1"/>
                </a:solidFill>
              </a:rPr>
              <a:t>Our Solution? PPAMS</a:t>
            </a:r>
          </a:p>
        </p:txBody>
      </p:sp>
      <p:sp>
        <p:nvSpPr>
          <p:cNvPr id="12" name="Oval 11">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614C7C0-FA1D-4105-8345-1DF76F9870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753" y="703679"/>
            <a:ext cx="753718" cy="1016562"/>
            <a:chOff x="422753" y="703679"/>
            <a:chExt cx="753718" cy="1016562"/>
          </a:xfrm>
        </p:grpSpPr>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grpSp>
      <p:pic>
        <p:nvPicPr>
          <p:cNvPr id="5" name="Graphic 4" descr="Person eating outline">
            <a:extLst>
              <a:ext uri="{FF2B5EF4-FFF2-40B4-BE49-F238E27FC236}">
                <a16:creationId xmlns:a16="http://schemas.microsoft.com/office/drawing/2014/main" id="{98B8F2E5-EDBB-119B-4C7E-4C615D9AF8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5479" y="1452710"/>
            <a:ext cx="3952579" cy="3952579"/>
          </a:xfrm>
          <a:prstGeom prst="rect">
            <a:avLst/>
          </a:prstGeom>
        </p:spPr>
      </p:pic>
      <p:sp>
        <p:nvSpPr>
          <p:cNvPr id="3" name="Content Placeholder 2">
            <a:extLst>
              <a:ext uri="{FF2B5EF4-FFF2-40B4-BE49-F238E27FC236}">
                <a16:creationId xmlns:a16="http://schemas.microsoft.com/office/drawing/2014/main" id="{B79098A7-0022-1504-D087-A8DEE19E17EC}"/>
              </a:ext>
            </a:extLst>
          </p:cNvPr>
          <p:cNvSpPr>
            <a:spLocks noGrp="1"/>
          </p:cNvSpPr>
          <p:nvPr>
            <p:ph idx="1"/>
          </p:nvPr>
        </p:nvSpPr>
        <p:spPr>
          <a:xfrm>
            <a:off x="6695359" y="2990818"/>
            <a:ext cx="4158031" cy="2913872"/>
          </a:xfrm>
        </p:spPr>
        <p:txBody>
          <a:bodyPr anchor="t">
            <a:normAutofit/>
          </a:bodyPr>
          <a:lstStyle/>
          <a:p>
            <a:pPr marL="0" indent="0">
              <a:buNone/>
            </a:pPr>
            <a:r>
              <a:rPr lang="en-US" sz="2000" b="1" dirty="0">
                <a:solidFill>
                  <a:schemeClr val="bg1">
                    <a:alpha val="80000"/>
                  </a:schemeClr>
                </a:solidFill>
              </a:rPr>
              <a:t>Posture Pillow Attachment Monitoring System</a:t>
            </a:r>
          </a:p>
          <a:p>
            <a:r>
              <a:rPr lang="en-US" sz="2000" b="1" dirty="0">
                <a:solidFill>
                  <a:schemeClr val="bg1">
                    <a:alpha val="80000"/>
                  </a:schemeClr>
                </a:solidFill>
              </a:rPr>
              <a:t>Removable chair attachment</a:t>
            </a:r>
          </a:p>
          <a:p>
            <a:r>
              <a:rPr lang="en-US" sz="2000" b="1" dirty="0">
                <a:solidFill>
                  <a:schemeClr val="bg1">
                    <a:alpha val="80000"/>
                  </a:schemeClr>
                </a:solidFill>
              </a:rPr>
              <a:t>Real-time monitoring</a:t>
            </a:r>
          </a:p>
          <a:p>
            <a:r>
              <a:rPr lang="en-US" sz="2000" b="1" dirty="0">
                <a:solidFill>
                  <a:schemeClr val="bg1">
                    <a:alpha val="80000"/>
                  </a:schemeClr>
                </a:solidFill>
              </a:rPr>
              <a:t>Gentle feedback</a:t>
            </a:r>
          </a:p>
          <a:p>
            <a:r>
              <a:rPr lang="en-US" sz="2000" b="1" dirty="0">
                <a:solidFill>
                  <a:schemeClr val="bg1">
                    <a:alpha val="80000"/>
                  </a:schemeClr>
                </a:solidFill>
              </a:rPr>
              <a:t>Habit self-correction</a:t>
            </a:r>
          </a:p>
        </p:txBody>
      </p:sp>
      <p:sp>
        <p:nvSpPr>
          <p:cNvPr id="1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6" name="Picture 4">
            <a:extLst>
              <a:ext uri="{FF2B5EF4-FFF2-40B4-BE49-F238E27FC236}">
                <a16:creationId xmlns:a16="http://schemas.microsoft.com/office/drawing/2014/main" id="{0B20EEEB-E6B8-3892-1E6E-F1C5C967673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Arrow: Slight curve with solid fill">
            <a:extLst>
              <a:ext uri="{FF2B5EF4-FFF2-40B4-BE49-F238E27FC236}">
                <a16:creationId xmlns:a16="http://schemas.microsoft.com/office/drawing/2014/main" id="{E38CCE0E-185D-EAE9-FBEE-D47F4CCBB9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0272702">
            <a:off x="611115" y="3659703"/>
            <a:ext cx="890346" cy="890346"/>
          </a:xfrm>
          <a:prstGeom prst="rect">
            <a:avLst/>
          </a:prstGeom>
        </p:spPr>
      </p:pic>
      <p:pic>
        <p:nvPicPr>
          <p:cNvPr id="11" name="Graphic 10" descr="Processor outline">
            <a:extLst>
              <a:ext uri="{FF2B5EF4-FFF2-40B4-BE49-F238E27FC236}">
                <a16:creationId xmlns:a16="http://schemas.microsoft.com/office/drawing/2014/main" id="{6F142D9F-BDAC-FFCC-5242-67E76DE640A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9687273">
            <a:off x="1540321" y="3651358"/>
            <a:ext cx="336917" cy="336917"/>
          </a:xfrm>
          <a:prstGeom prst="rect">
            <a:avLst/>
          </a:prstGeom>
        </p:spPr>
      </p:pic>
    </p:spTree>
    <p:extLst>
      <p:ext uri="{BB962C8B-B14F-4D97-AF65-F5344CB8AC3E}">
        <p14:creationId xmlns:p14="http://schemas.microsoft.com/office/powerpoint/2010/main" val="67340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818E-DF1C-9ABC-74D4-8899823461BC}"/>
              </a:ext>
            </a:extLst>
          </p:cNvPr>
          <p:cNvSpPr>
            <a:spLocks noGrp="1"/>
          </p:cNvSpPr>
          <p:nvPr>
            <p:ph type="title"/>
          </p:nvPr>
        </p:nvSpPr>
        <p:spPr/>
        <p:txBody>
          <a:bodyPr/>
          <a:lstStyle/>
          <a:p>
            <a:r>
              <a:rPr lang="en-US" b="1" dirty="0"/>
              <a:t>How It Works…?</a:t>
            </a:r>
          </a:p>
        </p:txBody>
      </p:sp>
      <p:graphicFrame>
        <p:nvGraphicFramePr>
          <p:cNvPr id="5" name="Content Placeholder 2">
            <a:extLst>
              <a:ext uri="{FF2B5EF4-FFF2-40B4-BE49-F238E27FC236}">
                <a16:creationId xmlns:a16="http://schemas.microsoft.com/office/drawing/2014/main" id="{D0981073-3FEE-87C2-6785-53EB89C3D765}"/>
              </a:ext>
            </a:extLst>
          </p:cNvPr>
          <p:cNvGraphicFramePr>
            <a:graphicFrameLocks noGrp="1"/>
          </p:cNvGraphicFramePr>
          <p:nvPr>
            <p:ph idx="1"/>
            <p:extLst>
              <p:ext uri="{D42A27DB-BD31-4B8C-83A1-F6EECF244321}">
                <p14:modId xmlns:p14="http://schemas.microsoft.com/office/powerpoint/2010/main" val="29290557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4">
            <a:extLst>
              <a:ext uri="{FF2B5EF4-FFF2-40B4-BE49-F238E27FC236}">
                <a16:creationId xmlns:a16="http://schemas.microsoft.com/office/drawing/2014/main" id="{E08CAC3B-33D8-5662-F3EE-4236513DFE6E}"/>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2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3DA0B4B-4BD5-32DD-3422-1626A05756B2}"/>
              </a:ext>
            </a:extLst>
          </p:cNvPr>
          <p:cNvPicPr>
            <a:picLocks noChangeAspect="1"/>
          </p:cNvPicPr>
          <p:nvPr/>
        </p:nvPicPr>
        <p:blipFill>
          <a:blip r:embed="rId3">
            <a:extLst>
              <a:ext uri="{28A0092B-C50C-407E-A947-70E740481C1C}">
                <a14:useLocalDpi xmlns:a14="http://schemas.microsoft.com/office/drawing/2010/main" val="0"/>
              </a:ext>
            </a:extLst>
          </a:blip>
          <a:srcRect l="2694" r="-1" b="-1"/>
          <a:stretch>
            <a:fillRect/>
          </a:stretch>
        </p:blipFill>
        <p:spPr>
          <a:xfrm>
            <a:off x="307775" y="261437"/>
            <a:ext cx="11576450" cy="6335126"/>
          </a:xfrm>
          <a:prstGeom prst="rect">
            <a:avLst/>
          </a:prstGeom>
        </p:spPr>
      </p:pic>
      <p:pic>
        <p:nvPicPr>
          <p:cNvPr id="4" name="Picture 4">
            <a:extLst>
              <a:ext uri="{FF2B5EF4-FFF2-40B4-BE49-F238E27FC236}">
                <a16:creationId xmlns:a16="http://schemas.microsoft.com/office/drawing/2014/main" id="{6A8E3FC3-B83C-29A1-73D0-EA4CC2F229E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DD6649-595F-1121-3915-CBFB2CD24261}"/>
              </a:ext>
            </a:extLst>
          </p:cNvPr>
          <p:cNvSpPr txBox="1"/>
          <p:nvPr/>
        </p:nvSpPr>
        <p:spPr>
          <a:xfrm>
            <a:off x="5019674" y="1272658"/>
            <a:ext cx="1714501" cy="523220"/>
          </a:xfrm>
          <a:prstGeom prst="rect">
            <a:avLst/>
          </a:prstGeom>
          <a:noFill/>
        </p:spPr>
        <p:txBody>
          <a:bodyPr wrap="square">
            <a:spAutoFit/>
          </a:bodyPr>
          <a:lstStyle/>
          <a:p>
            <a:pPr algn="l"/>
            <a:r>
              <a:rPr lang="en-US" sz="2800" dirty="0">
                <a:solidFill>
                  <a:schemeClr val="bg1"/>
                </a:solidFill>
                <a:effectLst>
                  <a:outerShdw blurRad="38100" dist="38100" dir="2700000" algn="tl">
                    <a:srgbClr val="000000">
                      <a:alpha val="43137"/>
                    </a:srgbClr>
                  </a:outerShdw>
                </a:effectLst>
              </a:rPr>
              <a:t>SENSORS</a:t>
            </a:r>
          </a:p>
        </p:txBody>
      </p:sp>
      <p:sp>
        <p:nvSpPr>
          <p:cNvPr id="7" name="TextBox 6">
            <a:extLst>
              <a:ext uri="{FF2B5EF4-FFF2-40B4-BE49-F238E27FC236}">
                <a16:creationId xmlns:a16="http://schemas.microsoft.com/office/drawing/2014/main" id="{4E3F66DA-5FEF-BDE5-EF24-E087A47440CD}"/>
              </a:ext>
            </a:extLst>
          </p:cNvPr>
          <p:cNvSpPr txBox="1"/>
          <p:nvPr/>
        </p:nvSpPr>
        <p:spPr>
          <a:xfrm>
            <a:off x="638174" y="4301608"/>
            <a:ext cx="2571751" cy="523220"/>
          </a:xfrm>
          <a:prstGeom prst="rect">
            <a:avLst/>
          </a:prstGeom>
          <a:noFill/>
        </p:spPr>
        <p:txBody>
          <a:bodyPr wrap="square">
            <a:spAutoFit/>
          </a:bodyPr>
          <a:lstStyle/>
          <a:p>
            <a:pPr algn="l"/>
            <a:r>
              <a:rPr lang="en-US" sz="2800" dirty="0">
                <a:solidFill>
                  <a:schemeClr val="bg1"/>
                </a:solidFill>
                <a:effectLst>
                  <a:outerShdw blurRad="38100" dist="38100" dir="2700000" algn="tl">
                    <a:srgbClr val="000000">
                      <a:alpha val="43137"/>
                    </a:srgbClr>
                  </a:outerShdw>
                </a:effectLst>
              </a:rPr>
              <a:t>COMPONENTS</a:t>
            </a:r>
          </a:p>
        </p:txBody>
      </p:sp>
      <p:sp>
        <p:nvSpPr>
          <p:cNvPr id="8" name="TextBox 7">
            <a:extLst>
              <a:ext uri="{FF2B5EF4-FFF2-40B4-BE49-F238E27FC236}">
                <a16:creationId xmlns:a16="http://schemas.microsoft.com/office/drawing/2014/main" id="{64B6F5BE-B5A0-0BD2-D543-D3D8802B312B}"/>
              </a:ext>
            </a:extLst>
          </p:cNvPr>
          <p:cNvSpPr txBox="1"/>
          <p:nvPr/>
        </p:nvSpPr>
        <p:spPr>
          <a:xfrm>
            <a:off x="7677773" y="3338263"/>
            <a:ext cx="3667125" cy="523220"/>
          </a:xfrm>
          <a:prstGeom prst="rect">
            <a:avLst/>
          </a:prstGeom>
          <a:noFill/>
        </p:spPr>
        <p:txBody>
          <a:bodyPr wrap="square">
            <a:spAutoFit/>
          </a:bodyPr>
          <a:lstStyle/>
          <a:p>
            <a:pPr algn="l"/>
            <a:r>
              <a:rPr lang="en-US" sz="2800" dirty="0">
                <a:solidFill>
                  <a:schemeClr val="bg1"/>
                </a:solidFill>
                <a:effectLst>
                  <a:outerShdw blurRad="38100" dist="38100" dir="2700000" algn="tl">
                    <a:srgbClr val="000000">
                      <a:alpha val="43137"/>
                    </a:srgbClr>
                  </a:outerShdw>
                </a:effectLst>
              </a:rPr>
              <a:t>MICROCONTROLLERS</a:t>
            </a:r>
          </a:p>
        </p:txBody>
      </p:sp>
      <p:sp>
        <p:nvSpPr>
          <p:cNvPr id="10" name="TextBox 9">
            <a:extLst>
              <a:ext uri="{FF2B5EF4-FFF2-40B4-BE49-F238E27FC236}">
                <a16:creationId xmlns:a16="http://schemas.microsoft.com/office/drawing/2014/main" id="{0B16531D-8DDF-715D-C8B4-F9F55B547F96}"/>
              </a:ext>
            </a:extLst>
          </p:cNvPr>
          <p:cNvSpPr txBox="1"/>
          <p:nvPr/>
        </p:nvSpPr>
        <p:spPr>
          <a:xfrm>
            <a:off x="5567865" y="329067"/>
            <a:ext cx="3592413" cy="646331"/>
          </a:xfrm>
          <a:prstGeom prst="rect">
            <a:avLst/>
          </a:prstGeom>
          <a:noFill/>
        </p:spPr>
        <p:txBody>
          <a:bodyPr wrap="square">
            <a:spAutoFit/>
          </a:bodyPr>
          <a:lstStyle/>
          <a:p>
            <a:pPr algn="l"/>
            <a:r>
              <a:rPr lang="en-US" sz="3600" b="1" dirty="0">
                <a:solidFill>
                  <a:schemeClr val="bg1"/>
                </a:solidFill>
              </a:rPr>
              <a:t>Device Diagram</a:t>
            </a:r>
          </a:p>
        </p:txBody>
      </p:sp>
    </p:spTree>
    <p:extLst>
      <p:ext uri="{BB962C8B-B14F-4D97-AF65-F5344CB8AC3E}">
        <p14:creationId xmlns:p14="http://schemas.microsoft.com/office/powerpoint/2010/main" val="1358108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29F2C94-FCDA-C63C-40FB-AB506C9B0103}"/>
              </a:ext>
            </a:extLst>
          </p:cNvPr>
          <p:cNvPicPr>
            <a:picLocks noChangeAspect="1"/>
          </p:cNvPicPr>
          <p:nvPr/>
        </p:nvPicPr>
        <p:blipFill>
          <a:blip r:embed="rId3">
            <a:extLst>
              <a:ext uri="{28A0092B-C50C-407E-A947-70E740481C1C}">
                <a14:useLocalDpi xmlns:a14="http://schemas.microsoft.com/office/drawing/2010/main" val="0"/>
              </a:ext>
            </a:extLst>
          </a:blip>
          <a:srcRect t="2661" b="2661"/>
          <a:stretch/>
        </p:blipFill>
        <p:spPr>
          <a:xfrm>
            <a:off x="307775" y="261437"/>
            <a:ext cx="11576450" cy="6335126"/>
          </a:xfrm>
          <a:prstGeom prst="rect">
            <a:avLst/>
          </a:prstGeom>
        </p:spPr>
      </p:pic>
      <p:sp>
        <p:nvSpPr>
          <p:cNvPr id="5" name="TextBox 4">
            <a:extLst>
              <a:ext uri="{FF2B5EF4-FFF2-40B4-BE49-F238E27FC236}">
                <a16:creationId xmlns:a16="http://schemas.microsoft.com/office/drawing/2014/main" id="{D1D330A7-CEBD-5F2B-040E-9A47F2C342AC}"/>
              </a:ext>
            </a:extLst>
          </p:cNvPr>
          <p:cNvSpPr txBox="1"/>
          <p:nvPr/>
        </p:nvSpPr>
        <p:spPr>
          <a:xfrm>
            <a:off x="307775" y="179974"/>
            <a:ext cx="2644975" cy="1754326"/>
          </a:xfrm>
          <a:prstGeom prst="rect">
            <a:avLst/>
          </a:prstGeom>
          <a:noFill/>
        </p:spPr>
        <p:txBody>
          <a:bodyPr wrap="square">
            <a:spAutoFit/>
          </a:bodyPr>
          <a:lstStyle/>
          <a:p>
            <a:pPr algn="l"/>
            <a:r>
              <a:rPr lang="en-US" sz="3600" b="1">
                <a:solidFill>
                  <a:schemeClr val="bg1"/>
                </a:solidFill>
              </a:rPr>
              <a:t>Electrical Circuit Diagram</a:t>
            </a:r>
            <a:endParaRPr lang="en-US" sz="3600" b="1" dirty="0">
              <a:solidFill>
                <a:schemeClr val="bg1"/>
              </a:solidFill>
            </a:endParaRPr>
          </a:p>
        </p:txBody>
      </p:sp>
      <p:pic>
        <p:nvPicPr>
          <p:cNvPr id="6" name="Picture 4">
            <a:extLst>
              <a:ext uri="{FF2B5EF4-FFF2-40B4-BE49-F238E27FC236}">
                <a16:creationId xmlns:a16="http://schemas.microsoft.com/office/drawing/2014/main" id="{D9919ED5-60A5-B772-3115-B0BDD585599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00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5FC654-6309-6495-25ED-734653FA38F2}"/>
              </a:ext>
            </a:extLst>
          </p:cNvPr>
          <p:cNvSpPr txBox="1"/>
          <p:nvPr/>
        </p:nvSpPr>
        <p:spPr>
          <a:xfrm>
            <a:off x="443967" y="2434575"/>
            <a:ext cx="4171994" cy="373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200" b="1" kern="1200" dirty="0">
                <a:solidFill>
                  <a:schemeClr val="bg1"/>
                </a:solidFill>
                <a:latin typeface="+mj-lt"/>
                <a:ea typeface="+mj-ea"/>
                <a:cs typeface="+mj-cs"/>
              </a:rPr>
              <a:t>Electrical Diagram Project in details on your phone using this QR Code!</a:t>
            </a:r>
          </a:p>
        </p:txBody>
      </p:sp>
      <p:grpSp>
        <p:nvGrpSpPr>
          <p:cNvPr id="31" name="Group 3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32" name="Straight Connector 3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C29BDF5-4879-946C-2F7A-7FC9ED6A9094}"/>
              </a:ext>
            </a:extLst>
          </p:cNvPr>
          <p:cNvPicPr>
            <a:picLocks noChangeAspect="1"/>
          </p:cNvPicPr>
          <p:nvPr/>
        </p:nvPicPr>
        <p:blipFill>
          <a:blip r:embed="rId3"/>
          <a:stretch>
            <a:fillRect/>
          </a:stretch>
        </p:blipFill>
        <p:spPr>
          <a:xfrm>
            <a:off x="5640572" y="576309"/>
            <a:ext cx="5608830" cy="5594806"/>
          </a:xfrm>
          <a:prstGeom prst="rect">
            <a:avLst/>
          </a:prstGeom>
        </p:spPr>
      </p:pic>
      <p:pic>
        <p:nvPicPr>
          <p:cNvPr id="4" name="Picture 4">
            <a:extLst>
              <a:ext uri="{FF2B5EF4-FFF2-40B4-BE49-F238E27FC236}">
                <a16:creationId xmlns:a16="http://schemas.microsoft.com/office/drawing/2014/main" id="{221E32C1-FED7-7EC1-6826-A8F85E3E3CD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95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EBA97A0-9716-64BA-6EA0-4BEFE3D0B69D}"/>
              </a:ext>
            </a:extLst>
          </p:cNvPr>
          <p:cNvPicPr>
            <a:picLocks noChangeAspect="1"/>
          </p:cNvPicPr>
          <p:nvPr/>
        </p:nvPicPr>
        <p:blipFill>
          <a:blip r:embed="rId3"/>
          <a:stretch>
            <a:fillRect/>
          </a:stretch>
        </p:blipFill>
        <p:spPr>
          <a:xfrm>
            <a:off x="424855" y="251204"/>
            <a:ext cx="11341523" cy="6355164"/>
          </a:xfrm>
          <a:prstGeom prst="rect">
            <a:avLst/>
          </a:prstGeom>
        </p:spPr>
      </p:pic>
      <p:sp>
        <p:nvSpPr>
          <p:cNvPr id="6" name="TextBox 5">
            <a:extLst>
              <a:ext uri="{FF2B5EF4-FFF2-40B4-BE49-F238E27FC236}">
                <a16:creationId xmlns:a16="http://schemas.microsoft.com/office/drawing/2014/main" id="{D2D995ED-5B11-26B0-3DFB-9A76B9184665}"/>
              </a:ext>
            </a:extLst>
          </p:cNvPr>
          <p:cNvSpPr txBox="1"/>
          <p:nvPr/>
        </p:nvSpPr>
        <p:spPr>
          <a:xfrm>
            <a:off x="3371850" y="335494"/>
            <a:ext cx="4010025" cy="646331"/>
          </a:xfrm>
          <a:prstGeom prst="rect">
            <a:avLst/>
          </a:prstGeom>
          <a:noFill/>
          <a:effectLst>
            <a:outerShdw blurRad="50800" dist="38100" dir="2700000" algn="tl" rotWithShape="0">
              <a:prstClr val="black">
                <a:alpha val="40000"/>
              </a:prstClr>
            </a:outerShdw>
          </a:effectLst>
        </p:spPr>
        <p:txBody>
          <a:bodyPr wrap="square">
            <a:spAutoFit/>
          </a:bodyPr>
          <a:lstStyle/>
          <a:p>
            <a:pPr algn="l"/>
            <a:r>
              <a:rPr lang="en-US" sz="3600" b="1" dirty="0">
                <a:solidFill>
                  <a:schemeClr val="bg1"/>
                </a:solidFill>
              </a:rPr>
              <a:t>Electrical Schema</a:t>
            </a:r>
          </a:p>
        </p:txBody>
      </p:sp>
      <p:pic>
        <p:nvPicPr>
          <p:cNvPr id="7" name="Picture 4">
            <a:extLst>
              <a:ext uri="{FF2B5EF4-FFF2-40B4-BE49-F238E27FC236}">
                <a16:creationId xmlns:a16="http://schemas.microsoft.com/office/drawing/2014/main" id="{CF5C7305-6ACE-754B-CC54-7EFF42A77A3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39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AC163A2-E060-1038-B797-A6BF32E56961}"/>
              </a:ext>
            </a:extLst>
          </p:cNvPr>
          <p:cNvPicPr>
            <a:picLocks noChangeAspect="1"/>
          </p:cNvPicPr>
          <p:nvPr/>
        </p:nvPicPr>
        <p:blipFill>
          <a:blip r:embed="rId2"/>
          <a:srcRect b="2402"/>
          <a:stretch>
            <a:fillRect/>
          </a:stretch>
        </p:blipFill>
        <p:spPr>
          <a:xfrm>
            <a:off x="457200" y="457200"/>
            <a:ext cx="11277600" cy="5943600"/>
          </a:xfrm>
          <a:prstGeom prst="rect">
            <a:avLst/>
          </a:prstGeom>
        </p:spPr>
      </p:pic>
      <p:sp>
        <p:nvSpPr>
          <p:cNvPr id="11" name="TextBox 10">
            <a:extLst>
              <a:ext uri="{FF2B5EF4-FFF2-40B4-BE49-F238E27FC236}">
                <a16:creationId xmlns:a16="http://schemas.microsoft.com/office/drawing/2014/main" id="{7C6E4FB4-9051-864A-7E57-D7D8EED0F132}"/>
              </a:ext>
            </a:extLst>
          </p:cNvPr>
          <p:cNvSpPr txBox="1"/>
          <p:nvPr/>
        </p:nvSpPr>
        <p:spPr>
          <a:xfrm>
            <a:off x="9093114" y="1088933"/>
            <a:ext cx="2642069" cy="646331"/>
          </a:xfrm>
          <a:prstGeom prst="rect">
            <a:avLst/>
          </a:prstGeom>
          <a:noFill/>
          <a:effectLst>
            <a:outerShdw blurRad="50800" dist="38100" dir="2700000" algn="tl" rotWithShape="0">
              <a:prstClr val="black">
                <a:alpha val="40000"/>
              </a:prstClr>
            </a:outerShdw>
          </a:effectLst>
        </p:spPr>
        <p:txBody>
          <a:bodyPr wrap="square">
            <a:spAutoFit/>
          </a:bodyPr>
          <a:lstStyle/>
          <a:p>
            <a:pPr algn="l"/>
            <a:r>
              <a:rPr lang="en-US" sz="3600" b="1" dirty="0">
                <a:solidFill>
                  <a:schemeClr val="bg1"/>
                </a:solidFill>
              </a:rPr>
              <a:t>Gantt Chart</a:t>
            </a:r>
          </a:p>
        </p:txBody>
      </p:sp>
      <p:pic>
        <p:nvPicPr>
          <p:cNvPr id="12" name="Picture 4">
            <a:extLst>
              <a:ext uri="{FF2B5EF4-FFF2-40B4-BE49-F238E27FC236}">
                <a16:creationId xmlns:a16="http://schemas.microsoft.com/office/drawing/2014/main" id="{30F45AA2-0AC0-4D78-E45F-769882A1B46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309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65F4-7C3C-007C-BF1F-6DE16B6B9483}"/>
              </a:ext>
            </a:extLst>
          </p:cNvPr>
          <p:cNvSpPr>
            <a:spLocks noGrp="1"/>
          </p:cNvSpPr>
          <p:nvPr>
            <p:ph type="title"/>
          </p:nvPr>
        </p:nvSpPr>
        <p:spPr>
          <a:xfrm>
            <a:off x="481013" y="3752849"/>
            <a:ext cx="3290887" cy="2452687"/>
          </a:xfrm>
        </p:spPr>
        <p:txBody>
          <a:bodyPr anchor="ctr">
            <a:normAutofit/>
          </a:bodyPr>
          <a:lstStyle/>
          <a:p>
            <a:r>
              <a:rPr lang="en-US" sz="3600" b="1" dirty="0"/>
              <a:t>Calibration &amp; Adaptation</a:t>
            </a:r>
          </a:p>
        </p:txBody>
      </p:sp>
      <p:pic>
        <p:nvPicPr>
          <p:cNvPr id="2050" name="Picture 2">
            <a:extLst>
              <a:ext uri="{FF2B5EF4-FFF2-40B4-BE49-F238E27FC236}">
                <a16:creationId xmlns:a16="http://schemas.microsoft.com/office/drawing/2014/main" id="{AD30B32E-4841-A93F-37D1-6B7839DB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136" b="695"/>
          <a:stretch>
            <a:fillRect/>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D048BA2-E856-72BC-9DAF-3EF547B66E07}"/>
              </a:ext>
            </a:extLst>
          </p:cNvPr>
          <p:cNvSpPr>
            <a:spLocks noGrp="1"/>
          </p:cNvSpPr>
          <p:nvPr>
            <p:ph idx="1"/>
          </p:nvPr>
        </p:nvSpPr>
        <p:spPr>
          <a:xfrm>
            <a:off x="4223982" y="3752850"/>
            <a:ext cx="7485413" cy="2452687"/>
          </a:xfrm>
        </p:spPr>
        <p:txBody>
          <a:bodyPr anchor="ctr">
            <a:normAutofit/>
          </a:bodyPr>
          <a:lstStyle/>
          <a:p>
            <a:pPr marL="0" indent="0">
              <a:buNone/>
            </a:pPr>
            <a:r>
              <a:rPr lang="en-US" sz="1800" b="1" dirty="0"/>
              <a:t>Personalized posture baseline</a:t>
            </a:r>
          </a:p>
          <a:p>
            <a:r>
              <a:rPr lang="en-US" sz="1800" dirty="0"/>
              <a:t>User performs calibration session</a:t>
            </a:r>
          </a:p>
          <a:p>
            <a:r>
              <a:rPr lang="en-US" sz="1800" dirty="0"/>
              <a:t>System records correct posture</a:t>
            </a:r>
          </a:p>
          <a:p>
            <a:r>
              <a:rPr lang="en-US" sz="1800" dirty="0"/>
              <a:t>Live data compared to baseline</a:t>
            </a:r>
          </a:p>
          <a:p>
            <a:r>
              <a:rPr lang="en-US" sz="1800" dirty="0"/>
              <a:t>Ignore short deviations</a:t>
            </a:r>
          </a:p>
          <a:p>
            <a:pPr marL="0" indent="0">
              <a:buNone/>
            </a:pPr>
            <a:r>
              <a:rPr lang="en-US" sz="1800" b="1" dirty="0"/>
              <a:t>Adjustable to different users and seating styles</a:t>
            </a:r>
          </a:p>
        </p:txBody>
      </p:sp>
      <p:pic>
        <p:nvPicPr>
          <p:cNvPr id="4" name="Picture 4">
            <a:extLst>
              <a:ext uri="{FF2B5EF4-FFF2-40B4-BE49-F238E27FC236}">
                <a16:creationId xmlns:a16="http://schemas.microsoft.com/office/drawing/2014/main" id="{6FB2758C-09E9-1333-B3BD-506EE8E1AB6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71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06C5E86-30A7-B06D-F253-61590044EFD2}"/>
              </a:ext>
            </a:extLst>
          </p:cNvPr>
          <p:cNvSpPr>
            <a:spLocks noGrp="1"/>
          </p:cNvSpPr>
          <p:nvPr>
            <p:ph type="title"/>
          </p:nvPr>
        </p:nvSpPr>
        <p:spPr>
          <a:xfrm>
            <a:off x="1371597" y="348865"/>
            <a:ext cx="10044023" cy="877729"/>
          </a:xfrm>
        </p:spPr>
        <p:txBody>
          <a:bodyPr anchor="ctr">
            <a:normAutofit/>
          </a:bodyPr>
          <a:lstStyle/>
          <a:p>
            <a:r>
              <a:rPr lang="en-US" sz="4000" b="1" dirty="0">
                <a:solidFill>
                  <a:srgbClr val="FFFFFF"/>
                </a:solidFill>
              </a:rPr>
              <a:t>Mobile Application</a:t>
            </a:r>
          </a:p>
        </p:txBody>
      </p:sp>
      <p:graphicFrame>
        <p:nvGraphicFramePr>
          <p:cNvPr id="17" name="Content Placeholder 2">
            <a:extLst>
              <a:ext uri="{FF2B5EF4-FFF2-40B4-BE49-F238E27FC236}">
                <a16:creationId xmlns:a16="http://schemas.microsoft.com/office/drawing/2014/main" id="{6A862662-02D7-E1F9-DEB4-FAAE97E2BBAC}"/>
              </a:ext>
            </a:extLst>
          </p:cNvPr>
          <p:cNvGraphicFramePr>
            <a:graphicFrameLocks noGrp="1"/>
          </p:cNvGraphicFramePr>
          <p:nvPr>
            <p:ph idx="1"/>
            <p:extLst>
              <p:ext uri="{D42A27DB-BD31-4B8C-83A1-F6EECF244321}">
                <p14:modId xmlns:p14="http://schemas.microsoft.com/office/powerpoint/2010/main" val="385478890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4">
            <a:extLst>
              <a:ext uri="{FF2B5EF4-FFF2-40B4-BE49-F238E27FC236}">
                <a16:creationId xmlns:a16="http://schemas.microsoft.com/office/drawing/2014/main" id="{0A2218F2-E29B-A764-DA21-4B896931C40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16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pic>
        <p:nvPicPr>
          <p:cNvPr id="1027" name="Picture 11">
            <a:extLst>
              <a:ext uri="{FF2B5EF4-FFF2-40B4-BE49-F238E27FC236}">
                <a16:creationId xmlns:a16="http://schemas.microsoft.com/office/drawing/2014/main" id="{D87FDDD0-940B-2AF1-0AD1-0E8566EB1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76" y="2066925"/>
            <a:ext cx="2886075" cy="27241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13">
            <a:extLst>
              <a:ext uri="{FF2B5EF4-FFF2-40B4-BE49-F238E27FC236}">
                <a16:creationId xmlns:a16="http://schemas.microsoft.com/office/drawing/2014/main" id="{DB07A926-1DBB-0053-2483-3D696755FD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1732" y="2038350"/>
            <a:ext cx="3028950" cy="275272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2">
            <a:extLst>
              <a:ext uri="{FF2B5EF4-FFF2-40B4-BE49-F238E27FC236}">
                <a16:creationId xmlns:a16="http://schemas.microsoft.com/office/drawing/2014/main" id="{2180DB83-4DE1-8A5E-2F62-D89E2FC78F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1623" y="2038350"/>
            <a:ext cx="3695700" cy="275272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FC09CC10-28F6-C68B-EBBD-4310466AEF7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5">
            <a:extLst>
              <a:ext uri="{FF2B5EF4-FFF2-40B4-BE49-F238E27FC236}">
                <a16:creationId xmlns:a16="http://schemas.microsoft.com/office/drawing/2014/main" id="{0E25D022-C0B4-24C3-A2D5-0843EC214CDD}"/>
              </a:ext>
            </a:extLst>
          </p:cNvPr>
          <p:cNvSpPr>
            <a:spLocks noChangeArrowheads="1"/>
          </p:cNvSpPr>
          <p:nvPr/>
        </p:nvSpPr>
        <p:spPr bwMode="auto">
          <a:xfrm>
            <a:off x="0" y="6115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6">
            <a:extLst>
              <a:ext uri="{FF2B5EF4-FFF2-40B4-BE49-F238E27FC236}">
                <a16:creationId xmlns:a16="http://schemas.microsoft.com/office/drawing/2014/main" id="{C038FA2B-3D86-534D-B812-D984D25C5885}"/>
              </a:ext>
            </a:extLst>
          </p:cNvPr>
          <p:cNvSpPr>
            <a:spLocks noChangeArrowheads="1"/>
          </p:cNvSpPr>
          <p:nvPr/>
        </p:nvSpPr>
        <p:spPr bwMode="auto">
          <a:xfrm>
            <a:off x="0" y="8972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FC593C5A-0734-04D9-20D4-9E02DFBA60F8}"/>
              </a:ext>
            </a:extLst>
          </p:cNvPr>
          <p:cNvSpPr txBox="1"/>
          <p:nvPr/>
        </p:nvSpPr>
        <p:spPr>
          <a:xfrm>
            <a:off x="370713" y="457200"/>
            <a:ext cx="6094476" cy="707886"/>
          </a:xfrm>
          <a:prstGeom prst="rect">
            <a:avLst/>
          </a:prstGeom>
          <a:noFill/>
        </p:spPr>
        <p:txBody>
          <a:bodyPr wrap="square">
            <a:spAutoFit/>
          </a:bodyPr>
          <a:lstStyle/>
          <a:p>
            <a:r>
              <a:rPr lang="en-US" sz="4000" b="1" dirty="0"/>
              <a:t>3D Device Diagram</a:t>
            </a:r>
          </a:p>
        </p:txBody>
      </p:sp>
      <p:pic>
        <p:nvPicPr>
          <p:cNvPr id="7" name="Picture 4">
            <a:extLst>
              <a:ext uri="{FF2B5EF4-FFF2-40B4-BE49-F238E27FC236}">
                <a16:creationId xmlns:a16="http://schemas.microsoft.com/office/drawing/2014/main" id="{87077947-8A88-D110-8427-DCD88FE56898}"/>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DA3EE1-68E7-22F4-7FDB-784BCAC494DA}"/>
              </a:ext>
            </a:extLst>
          </p:cNvPr>
          <p:cNvSpPr txBox="1"/>
          <p:nvPr/>
        </p:nvSpPr>
        <p:spPr>
          <a:xfrm>
            <a:off x="531876" y="5159889"/>
            <a:ext cx="6094476" cy="923330"/>
          </a:xfrm>
          <a:prstGeom prst="rect">
            <a:avLst/>
          </a:prstGeom>
          <a:noFill/>
        </p:spPr>
        <p:txBody>
          <a:bodyPr wrap="square">
            <a:spAutoFit/>
          </a:bodyPr>
          <a:lstStyle/>
          <a:p>
            <a:r>
              <a:rPr lang="en-US" sz="1800" b="1" dirty="0"/>
              <a:t>Enclosure attached behind the lowe</a:t>
            </a:r>
            <a:r>
              <a:rPr lang="en-US" b="1" dirty="0"/>
              <a:t>r back</a:t>
            </a:r>
          </a:p>
          <a:p>
            <a:r>
              <a:rPr lang="en-US" sz="1800" b="1" dirty="0"/>
              <a:t>3D pill</a:t>
            </a:r>
            <a:r>
              <a:rPr lang="en-US" b="1" dirty="0"/>
              <a:t>ow attachment on the seat</a:t>
            </a:r>
          </a:p>
          <a:p>
            <a:r>
              <a:rPr lang="en-US" sz="1800" b="1" dirty="0"/>
              <a:t>Removable for ease of use and cleaning purposes</a:t>
            </a:r>
          </a:p>
        </p:txBody>
      </p:sp>
    </p:spTree>
    <p:extLst>
      <p:ext uri="{BB962C8B-B14F-4D97-AF65-F5344CB8AC3E}">
        <p14:creationId xmlns:p14="http://schemas.microsoft.com/office/powerpoint/2010/main" val="336140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2BD2F-D5EF-25AD-53C6-3E4212B2B906}"/>
              </a:ext>
            </a:extLst>
          </p:cNvPr>
          <p:cNvSpPr>
            <a:spLocks noGrp="1"/>
          </p:cNvSpPr>
          <p:nvPr>
            <p:ph type="title"/>
          </p:nvPr>
        </p:nvSpPr>
        <p:spPr/>
        <p:txBody>
          <a:bodyPr/>
          <a:lstStyle/>
          <a:p>
            <a:r>
              <a:rPr lang="en-US" b="1" dirty="0"/>
              <a:t>Engineering and Industry Standards</a:t>
            </a:r>
          </a:p>
        </p:txBody>
      </p:sp>
      <p:graphicFrame>
        <p:nvGraphicFramePr>
          <p:cNvPr id="5" name="Content Placeholder 2">
            <a:extLst>
              <a:ext uri="{FF2B5EF4-FFF2-40B4-BE49-F238E27FC236}">
                <a16:creationId xmlns:a16="http://schemas.microsoft.com/office/drawing/2014/main" id="{3C169C79-5490-EE6E-B256-FD5CE7ABEF6B}"/>
              </a:ext>
            </a:extLst>
          </p:cNvPr>
          <p:cNvGraphicFramePr>
            <a:graphicFrameLocks noGrp="1"/>
          </p:cNvGraphicFramePr>
          <p:nvPr>
            <p:ph idx="1"/>
            <p:extLst>
              <p:ext uri="{D42A27DB-BD31-4B8C-83A1-F6EECF244321}">
                <p14:modId xmlns:p14="http://schemas.microsoft.com/office/powerpoint/2010/main" val="1311663421"/>
              </p:ext>
            </p:extLst>
          </p:nvPr>
        </p:nvGraphicFramePr>
        <p:xfrm>
          <a:off x="838200" y="2371725"/>
          <a:ext cx="10515600" cy="3805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4">
            <a:extLst>
              <a:ext uri="{FF2B5EF4-FFF2-40B4-BE49-F238E27FC236}">
                <a16:creationId xmlns:a16="http://schemas.microsoft.com/office/drawing/2014/main" id="{B1DF56E5-EE67-5E53-CD49-3B3A251B3526}"/>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225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E41B2A-BDEF-1747-4ECE-2BFC0990881C}"/>
              </a:ext>
            </a:extLst>
          </p:cNvPr>
          <p:cNvSpPr>
            <a:spLocks noGrp="1"/>
          </p:cNvSpPr>
          <p:nvPr>
            <p:ph type="title"/>
          </p:nvPr>
        </p:nvSpPr>
        <p:spPr>
          <a:xfrm>
            <a:off x="838200" y="557188"/>
            <a:ext cx="10515600" cy="1133499"/>
          </a:xfrm>
        </p:spPr>
        <p:txBody>
          <a:bodyPr>
            <a:normAutofit/>
          </a:bodyPr>
          <a:lstStyle/>
          <a:p>
            <a:pPr algn="ctr"/>
            <a:r>
              <a:rPr lang="en-US" sz="5200" b="1" dirty="0"/>
              <a:t>Why This Project Matters?</a:t>
            </a:r>
          </a:p>
        </p:txBody>
      </p:sp>
      <p:pic>
        <p:nvPicPr>
          <p:cNvPr id="4" name="Picture 4">
            <a:extLst>
              <a:ext uri="{FF2B5EF4-FFF2-40B4-BE49-F238E27FC236}">
                <a16:creationId xmlns:a16="http://schemas.microsoft.com/office/drawing/2014/main" id="{B16A79DF-ADB6-2309-6CBF-633D7883FC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2">
            <a:extLst>
              <a:ext uri="{FF2B5EF4-FFF2-40B4-BE49-F238E27FC236}">
                <a16:creationId xmlns:a16="http://schemas.microsoft.com/office/drawing/2014/main" id="{A3469E86-8F80-E404-DD53-07463BABA07D}"/>
              </a:ext>
            </a:extLst>
          </p:cNvPr>
          <p:cNvGraphicFramePr>
            <a:graphicFrameLocks noGrp="1"/>
          </p:cNvGraphicFramePr>
          <p:nvPr>
            <p:ph idx="1"/>
            <p:extLst>
              <p:ext uri="{D42A27DB-BD31-4B8C-83A1-F6EECF244321}">
                <p14:modId xmlns:p14="http://schemas.microsoft.com/office/powerpoint/2010/main" val="376385904"/>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6615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AEAE746-7CDF-2A07-3CD1-55954CC68CA2}"/>
              </a:ext>
            </a:extLst>
          </p:cNvPr>
          <p:cNvSpPr txBox="1"/>
          <p:nvPr/>
        </p:nvSpPr>
        <p:spPr>
          <a:xfrm>
            <a:off x="630936" y="2807208"/>
            <a:ext cx="3429000" cy="3410712"/>
          </a:xfrm>
          <a:prstGeom prst="rect">
            <a:avLst/>
          </a:prstGeom>
        </p:spPr>
        <p:txBody>
          <a:bodyPr vert="horz" lIns="91440" tIns="45720" rIns="91440" bIns="45720" rtlCol="0" anchor="t">
            <a:normAutofit/>
          </a:bodyPr>
          <a:lstStyle/>
          <a:p>
            <a:pPr defTabSz="914400">
              <a:lnSpc>
                <a:spcPct val="90000"/>
              </a:lnSpc>
              <a:spcAft>
                <a:spcPts val="600"/>
              </a:spcAft>
            </a:pPr>
            <a:r>
              <a:rPr lang="en-US" sz="2200" dirty="0">
                <a:solidFill>
                  <a:schemeClr val="bg1"/>
                </a:solidFill>
              </a:rPr>
              <a:t>This is our </a:t>
            </a:r>
            <a:r>
              <a:rPr lang="en-US" sz="2200" dirty="0" err="1">
                <a:solidFill>
                  <a:schemeClr val="bg1"/>
                </a:solidFill>
              </a:rPr>
              <a:t>Github</a:t>
            </a:r>
            <a:r>
              <a:rPr lang="en-US" sz="2200" dirty="0">
                <a:solidFill>
                  <a:schemeClr val="bg1"/>
                </a:solidFill>
              </a:rPr>
              <a:t> Repository, includes more details and displays our team progress</a:t>
            </a:r>
          </a:p>
          <a:p>
            <a:pPr defTabSz="914400">
              <a:lnSpc>
                <a:spcPct val="90000"/>
              </a:lnSpc>
              <a:spcAft>
                <a:spcPts val="600"/>
              </a:spcAft>
            </a:pPr>
            <a:endParaRPr lang="en-US" sz="2200" dirty="0">
              <a:solidFill>
                <a:schemeClr val="bg1"/>
              </a:solidFill>
            </a:endParaRPr>
          </a:p>
          <a:p>
            <a:pPr defTabSz="914400">
              <a:lnSpc>
                <a:spcPct val="90000"/>
              </a:lnSpc>
              <a:spcAft>
                <a:spcPts val="600"/>
              </a:spcAft>
            </a:pPr>
            <a:r>
              <a:rPr lang="en-US" sz="2200" dirty="0">
                <a:solidFill>
                  <a:schemeClr val="bg1"/>
                </a:solidFill>
              </a:rPr>
              <a:t>Scan the QR code and check it out!</a:t>
            </a:r>
          </a:p>
        </p:txBody>
      </p:sp>
      <p:pic>
        <p:nvPicPr>
          <p:cNvPr id="5" name="Picture 4">
            <a:extLst>
              <a:ext uri="{FF2B5EF4-FFF2-40B4-BE49-F238E27FC236}">
                <a16:creationId xmlns:a16="http://schemas.microsoft.com/office/drawing/2014/main" id="{46522836-A379-FD2F-8BAE-45D466360E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1828" y="138494"/>
            <a:ext cx="6581012" cy="6581012"/>
          </a:xfrm>
          <a:prstGeom prst="rect">
            <a:avLst/>
          </a:prstGeom>
        </p:spPr>
      </p:pic>
      <p:pic>
        <p:nvPicPr>
          <p:cNvPr id="8" name="Picture 4">
            <a:extLst>
              <a:ext uri="{FF2B5EF4-FFF2-40B4-BE49-F238E27FC236}">
                <a16:creationId xmlns:a16="http://schemas.microsoft.com/office/drawing/2014/main" id="{B7CCB325-6A44-D86F-BE7A-80A92703632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9160" y="138494"/>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39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Triangle 2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9F4B2E-A362-2621-3A98-B0E759F6E51A}"/>
              </a:ext>
            </a:extLst>
          </p:cNvPr>
          <p:cNvSpPr>
            <a:spLocks noGrp="1"/>
          </p:cNvSpPr>
          <p:nvPr>
            <p:ph type="ctrTitle"/>
          </p:nvPr>
        </p:nvSpPr>
        <p:spPr>
          <a:xfrm>
            <a:off x="1285241" y="1008993"/>
            <a:ext cx="9231410" cy="3542045"/>
          </a:xfrm>
        </p:spPr>
        <p:txBody>
          <a:bodyPr anchor="b">
            <a:normAutofit/>
          </a:bodyPr>
          <a:lstStyle/>
          <a:p>
            <a:pPr algn="l"/>
            <a:r>
              <a:rPr lang="en-US" sz="11500" b="1" dirty="0">
                <a:solidFill>
                  <a:schemeClr val="bg1"/>
                </a:solidFill>
              </a:rPr>
              <a:t>Thanks for your attention!</a:t>
            </a:r>
          </a:p>
        </p:txBody>
      </p:sp>
      <p:sp>
        <p:nvSpPr>
          <p:cNvPr id="3" name="Subtitle 2">
            <a:extLst>
              <a:ext uri="{FF2B5EF4-FFF2-40B4-BE49-F238E27FC236}">
                <a16:creationId xmlns:a16="http://schemas.microsoft.com/office/drawing/2014/main" id="{E5F0B737-8E2C-DA57-8A37-A69E143D4088}"/>
              </a:ext>
            </a:extLst>
          </p:cNvPr>
          <p:cNvSpPr>
            <a:spLocks noGrp="1"/>
          </p:cNvSpPr>
          <p:nvPr>
            <p:ph type="subTitle" idx="1"/>
          </p:nvPr>
        </p:nvSpPr>
        <p:spPr>
          <a:xfrm>
            <a:off x="1285241" y="4582814"/>
            <a:ext cx="7132335" cy="1312657"/>
          </a:xfrm>
        </p:spPr>
        <p:txBody>
          <a:bodyPr anchor="t">
            <a:normAutofit/>
          </a:bodyPr>
          <a:lstStyle/>
          <a:p>
            <a:pPr algn="l"/>
            <a:r>
              <a:rPr lang="en-US" dirty="0">
                <a:solidFill>
                  <a:schemeClr val="bg1"/>
                </a:solidFill>
              </a:rPr>
              <a:t>Feel free to ask any questions!</a:t>
            </a:r>
          </a:p>
        </p:txBody>
      </p:sp>
      <p:pic>
        <p:nvPicPr>
          <p:cNvPr id="4" name="Picture 4">
            <a:extLst>
              <a:ext uri="{FF2B5EF4-FFF2-40B4-BE49-F238E27FC236}">
                <a16:creationId xmlns:a16="http://schemas.microsoft.com/office/drawing/2014/main" id="{0C0B3712-1FBD-9C56-5442-7A93CBDA229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19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256</TotalTime>
  <Words>752</Words>
  <Application>Microsoft Office PowerPoint</Application>
  <PresentationFormat>Widescreen</PresentationFormat>
  <Paragraphs>85</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Selawik</vt:lpstr>
      <vt:lpstr>Selawik Semibold</vt:lpstr>
      <vt:lpstr>Office Theme</vt:lpstr>
      <vt:lpstr>PPAMS</vt:lpstr>
      <vt:lpstr>Team Members:</vt:lpstr>
      <vt:lpstr>70-90% of people working office jobs experience low back pain!</vt:lpstr>
      <vt:lpstr>Our Solution? PPAMS</vt:lpstr>
      <vt:lpstr>How It Works…?</vt:lpstr>
      <vt:lpstr>PowerPoint Presentation</vt:lpstr>
      <vt:lpstr>PowerPoint Presentation</vt:lpstr>
      <vt:lpstr>PowerPoint Presentation</vt:lpstr>
      <vt:lpstr>PowerPoint Presentation</vt:lpstr>
      <vt:lpstr>PowerPoint Presentation</vt:lpstr>
      <vt:lpstr>Calibration &amp; Adaptation</vt:lpstr>
      <vt:lpstr>Mobile Application</vt:lpstr>
      <vt:lpstr>PowerPoint Presentation</vt:lpstr>
      <vt:lpstr>Engineering and Industry Standards</vt:lpstr>
      <vt:lpstr>Why This Project Matters?</vt:lpstr>
      <vt:lpstr>PowerPoint Presentation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PPAMS</dc:title>
  <dc:creator>Samir Mansour</dc:creator>
  <cp:lastModifiedBy>fdgh sgfhsfdh</cp:lastModifiedBy>
  <cp:revision>13</cp:revision>
  <dcterms:created xsi:type="dcterms:W3CDTF">2025-12-11T13:43:11Z</dcterms:created>
  <dcterms:modified xsi:type="dcterms:W3CDTF">2026-01-23T09:39:15Z</dcterms:modified>
</cp:coreProperties>
</file>